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4"/>
  </p:notesMasterIdLst>
  <p:sldIdLst>
    <p:sldId id="256" r:id="rId2"/>
    <p:sldId id="286" r:id="rId3"/>
    <p:sldId id="257" r:id="rId4"/>
    <p:sldId id="283" r:id="rId5"/>
    <p:sldId id="291" r:id="rId6"/>
    <p:sldId id="295" r:id="rId7"/>
    <p:sldId id="296" r:id="rId8"/>
    <p:sldId id="297" r:id="rId9"/>
    <p:sldId id="298" r:id="rId10"/>
    <p:sldId id="270" r:id="rId11"/>
    <p:sldId id="285" r:id="rId12"/>
    <p:sldId id="281"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47">
          <p15:clr>
            <a:srgbClr val="A4A3A4"/>
          </p15:clr>
        </p15:guide>
        <p15:guide id="2" pos="234">
          <p15:clr>
            <a:srgbClr val="A4A3A4"/>
          </p15:clr>
        </p15:guide>
        <p15:guide id="3" pos="7514">
          <p15:clr>
            <a:srgbClr val="A4A3A4"/>
          </p15:clr>
        </p15:guide>
        <p15:guide id="4" orient="horz" pos="3185">
          <p15:clr>
            <a:srgbClr val="A4A3A4"/>
          </p15:clr>
        </p15:guide>
        <p15:guide id="5" pos="176">
          <p15:clr>
            <a:srgbClr val="A4A3A4"/>
          </p15:clr>
        </p15:guide>
        <p15:guide id="6" pos="56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inimized">
    <p:restoredLeft sz="15000" autoAdjust="0"/>
    <p:restoredTop sz="27495" autoAdjust="0"/>
  </p:normalViewPr>
  <p:slideViewPr>
    <p:cSldViewPr snapToGrid="0">
      <p:cViewPr>
        <p:scale>
          <a:sx n="95" d="100"/>
          <a:sy n="95" d="100"/>
        </p:scale>
        <p:origin x="636" y="228"/>
      </p:cViewPr>
      <p:guideLst>
        <p:guide orient="horz" pos="4247"/>
        <p:guide pos="234"/>
        <p:guide pos="7514"/>
        <p:guide orient="horz" pos="3185"/>
        <p:guide pos="176"/>
        <p:guide pos="5636"/>
      </p:guideLst>
    </p:cSldViewPr>
  </p:slid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tr-TR"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64367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lang="fr-FR" sz="9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Merci beaucoup Mr de m’avoir céder la parole.</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lang="fr-FR" sz="9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C’est un grand honneur pour moi, </a:t>
            </a:r>
            <a:r>
              <a:rPr lang="fr-FR" sz="900" kern="1200" dirty="0" smtClean="0">
                <a:solidFill>
                  <a:schemeClr val="tx1"/>
                </a:solidFill>
                <a:effectLst/>
                <a:latin typeface="Broadway" panose="04040905080B02020502" charset="0"/>
                <a:ea typeface="+mn-ea"/>
                <a:cs typeface="Broadway" panose="04040905080B02020502" charset="0"/>
              </a:rPr>
              <a:t>de vous présenter en ce jour</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lang="fr-FR" sz="900" kern="1200" dirty="0" smtClean="0">
                <a:solidFill>
                  <a:schemeClr val="tx1"/>
                </a:solidFill>
                <a:effectLst/>
                <a:latin typeface="Broadway" panose="04040905080B02020502" charset="0"/>
                <a:ea typeface="+mn-ea"/>
                <a:cs typeface="Broadway" panose="04040905080B02020502" charset="0"/>
              </a:rPr>
              <a:t>la synthèse de mon rapport de stage pour l’obtention du diplôme de LICENCE PROFESSIONNELLE. </a:t>
            </a:r>
          </a:p>
          <a:p>
            <a:r>
              <a:rPr lang="en-US" sz="900" kern="1200" dirty="0" smtClean="0">
                <a:solidFill>
                  <a:schemeClr val="tx1"/>
                </a:solidFill>
                <a:effectLst/>
                <a:latin typeface="Broadway" panose="04040905080B02020502" charset="0"/>
                <a:ea typeface="+mn-ea"/>
                <a:cs typeface="Broadway" panose="04040905080B02020502" charset="0"/>
              </a:rPr>
              <a:t>Qui </a:t>
            </a:r>
            <a:r>
              <a:rPr lang="fr-FR" sz="900" kern="1200" dirty="0" smtClean="0">
                <a:solidFill>
                  <a:schemeClr val="tx1"/>
                </a:solidFill>
                <a:effectLst/>
                <a:latin typeface="Broadway" panose="04040905080B02020502" charset="0"/>
                <a:ea typeface="+mn-ea"/>
                <a:cs typeface="Broadway" panose="04040905080B02020502" charset="0"/>
              </a:rPr>
              <a:t>s’intitule : «</a:t>
            </a:r>
            <a:r>
              <a:rPr lang="fr-FR" sz="900" b="1" i="0" u="none" strike="noStrike" kern="1200" cap="none" dirty="0" smtClean="0">
                <a:solidFill>
                  <a:schemeClr val="dk1"/>
                </a:solidFill>
                <a:effectLst/>
                <a:latin typeface="Calibri"/>
                <a:ea typeface="+mn-ea"/>
                <a:cs typeface="Calibri"/>
                <a:sym typeface="Calibri"/>
              </a:rPr>
              <a:t>Conception et réalisation d’une application de gestion de pointage et suivi d’activité des</a:t>
            </a:r>
            <a:r>
              <a:rPr lang="fr-FR" sz="900" b="1" i="0" u="none" strike="noStrike" kern="1200" cap="none" baseline="0" dirty="0" smtClean="0">
                <a:solidFill>
                  <a:schemeClr val="dk1"/>
                </a:solidFill>
                <a:effectLst/>
                <a:latin typeface="Calibri"/>
                <a:ea typeface="+mn-ea"/>
                <a:cs typeface="Calibri"/>
                <a:sym typeface="Calibri"/>
              </a:rPr>
              <a:t> employé chez Aris concept</a:t>
            </a:r>
            <a:r>
              <a:rPr lang="fr-FR" sz="900" b="1" kern="1200" dirty="0" smtClean="0">
                <a:solidFill>
                  <a:schemeClr val="tx1"/>
                </a:solidFill>
                <a:effectLst>
                  <a:outerShdw blurRad="38100" dist="19050" dir="2700000" algn="tl">
                    <a:schemeClr val="dk1">
                      <a:alpha val="40000"/>
                    </a:schemeClr>
                  </a:outerShdw>
                </a:effectLst>
                <a:latin typeface="Broadway" panose="04040905080B02020502" charset="0"/>
                <a:ea typeface="+mn-ea"/>
                <a:cs typeface="Broadway" panose="04040905080B02020502" charset="0"/>
              </a:rPr>
              <a:t>»</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lang="fr-FR" sz="900" b="0" kern="1200" baseline="0" dirty="0" smtClean="0">
                <a:solidFill>
                  <a:schemeClr val="tx1"/>
                </a:solidFill>
                <a:latin typeface="Arial" panose="020B0604020202020204" pitchFamily="34" charset="0"/>
                <a:ea typeface="+mn-ea"/>
                <a:cs typeface="Arial" panose="020B0604020202020204" pitchFamily="34" charset="0"/>
              </a:rPr>
              <a:t>Mais avant de présenter le contenu de ce travail, </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lang="fr-FR" sz="900" b="0" kern="1200" baseline="0" dirty="0" smtClean="0">
                <a:solidFill>
                  <a:schemeClr val="tx1"/>
                </a:solidFill>
                <a:latin typeface="Arial" panose="020B0604020202020204" pitchFamily="34" charset="0"/>
                <a:ea typeface="+mn-ea"/>
                <a:cs typeface="Arial" panose="020B0604020202020204" pitchFamily="34" charset="0"/>
              </a:rPr>
              <a:t>permettez-moi de vous présenter mes sincères remerciement à tous ce qui ont participé à la réalisation de ce mémoire </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endParaRPr lang="fr-FR" sz="900" b="1" kern="1200" dirty="0">
              <a:solidFill>
                <a:schemeClr val="tx1"/>
              </a:solidFill>
              <a:effectLst>
                <a:outerShdw blurRad="38100" dist="19050" dir="2700000" algn="tl">
                  <a:schemeClr val="dk1">
                    <a:alpha val="40000"/>
                  </a:schemeClr>
                </a:outerShdw>
              </a:effectLst>
              <a:latin typeface="Broadway" panose="04040905080B02020502" charset="0"/>
              <a:ea typeface="+mn-ea"/>
              <a:cs typeface="Broadway" panose="04040905080B02020502" charset="0"/>
            </a:endParaRPr>
          </a:p>
          <a:p>
            <a:pPr marL="0" lvl="0" indent="0" algn="l" rtl="0">
              <a:spcBef>
                <a:spcPts val="0"/>
              </a:spcBef>
              <a:spcAft>
                <a:spcPts val="0"/>
              </a:spcAft>
              <a:buNone/>
            </a:pPr>
            <a:endParaRPr dirty="0"/>
          </a:p>
        </p:txBody>
      </p:sp>
      <p:sp>
        <p:nvSpPr>
          <p:cNvPr id="92" name="Google Shape;9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a:t>
            </a:fld>
            <a:endParaRPr/>
          </a:p>
        </p:txBody>
      </p:sp>
    </p:spTree>
    <p:extLst>
      <p:ext uri="{BB962C8B-B14F-4D97-AF65-F5344CB8AC3E}">
        <p14:creationId xmlns:p14="http://schemas.microsoft.com/office/powerpoint/2010/main" val="3617135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a:t>"Tout d'abord, je remercie DIEU pour sa </a:t>
            </a:r>
            <a:r>
              <a:rPr lang="fr-FR" dirty="0" err="1"/>
              <a:t>benediction</a:t>
            </a:r>
            <a:r>
              <a:rPr lang="fr-FR" dirty="0"/>
              <a:t> pour ce mémoire.</a:t>
            </a:r>
            <a:br>
              <a:rPr lang="fr-FR" dirty="0"/>
            </a:br>
            <a:r>
              <a:rPr lang="fr-FR" dirty="0"/>
              <a:t>Je tiens également à exprimer ma profonde gratitude à toutes les personnes qui ont contribué, de près ou de loin, à la réussite de ce stage, notamment :</a:t>
            </a:r>
          </a:p>
          <a:p>
            <a:r>
              <a:rPr lang="fr-FR" dirty="0"/>
              <a:t>A Monsieur </a:t>
            </a:r>
            <a:r>
              <a:rPr lang="fr-FR" dirty="0" smtClean="0"/>
              <a:t>Hasina  RAKOTONIRAINY, </a:t>
            </a:r>
            <a:r>
              <a:rPr lang="fr-FR" dirty="0"/>
              <a:t>Docteur HDR, Directeur </a:t>
            </a:r>
            <a:r>
              <a:rPr lang="fr-FR" dirty="0" smtClean="0"/>
              <a:t>de</a:t>
            </a:r>
            <a:r>
              <a:rPr lang="fr-FR" baseline="0" dirty="0" smtClean="0"/>
              <a:t> l’EMIT</a:t>
            </a:r>
            <a:r>
              <a:rPr lang="fr-FR" dirty="0" smtClean="0"/>
              <a:t>, </a:t>
            </a:r>
            <a:r>
              <a:rPr lang="fr-FR" dirty="0"/>
              <a:t>d’avoir donné son consentement au fait de m’envoyer</a:t>
            </a:r>
            <a:r>
              <a:rPr lang="fr-FR" baseline="0" dirty="0"/>
              <a:t> en stage</a:t>
            </a:r>
            <a:endParaRPr lang="fr-FR" dirty="0"/>
          </a:p>
          <a:p>
            <a:r>
              <a:rPr lang="fr-FR" dirty="0" smtClean="0"/>
              <a:t>Monsieur TAREHY Brice Evrard, </a:t>
            </a:r>
            <a:r>
              <a:rPr lang="fr-FR" dirty="0"/>
              <a:t>Docteur en Informatique</a:t>
            </a:r>
            <a:r>
              <a:rPr lang="fr-FR" dirty="0" smtClean="0"/>
              <a:t>,</a:t>
            </a:r>
            <a:r>
              <a:rPr lang="fr-FR" baseline="0" dirty="0" smtClean="0"/>
              <a:t> notre responsable de mention</a:t>
            </a:r>
            <a:r>
              <a:rPr lang="fr-FR" dirty="0" smtClean="0"/>
              <a:t>.</a:t>
            </a:r>
            <a:endParaRPr lang="fr-FR" dirty="0"/>
          </a:p>
          <a:p>
            <a:r>
              <a:rPr lang="fr-FR" dirty="0"/>
              <a:t>Monsieur </a:t>
            </a:r>
            <a:r>
              <a:rPr lang="fr-FR" dirty="0" smtClean="0"/>
              <a:t>Michael RAHARISON,</a:t>
            </a:r>
            <a:r>
              <a:rPr lang="fr-FR" baseline="0" dirty="0" smtClean="0"/>
              <a:t> directeur de la société Aris concept de m’avoir accepter d’effectuer un stage au sein de son entreprise</a:t>
            </a:r>
            <a:r>
              <a:rPr lang="fr-FR" dirty="0" smtClean="0"/>
              <a:t>.</a:t>
            </a:r>
          </a:p>
          <a:p>
            <a:r>
              <a:rPr lang="fr-FR" dirty="0" smtClean="0"/>
              <a:t>Monsieur RAKOTONDRASOA </a:t>
            </a:r>
            <a:r>
              <a:rPr lang="fr-FR" dirty="0" err="1" smtClean="0"/>
              <a:t>Razanadahy</a:t>
            </a:r>
            <a:r>
              <a:rPr lang="fr-FR" baseline="0" dirty="0" smtClean="0"/>
              <a:t> </a:t>
            </a:r>
            <a:r>
              <a:rPr lang="fr-FR" baseline="0" dirty="0" err="1" smtClean="0"/>
              <a:t>Andrianiavo</a:t>
            </a:r>
            <a:r>
              <a:rPr lang="fr-FR" baseline="0" dirty="0" smtClean="0"/>
              <a:t> mon encadreur professionnel durant mon période de stage.</a:t>
            </a:r>
            <a:endParaRPr lang="fr-FR" dirty="0"/>
          </a:p>
          <a:p>
            <a:r>
              <a:rPr lang="fr-FR" dirty="0"/>
              <a:t>Et surtout</a:t>
            </a:r>
            <a:r>
              <a:rPr lang="fr-FR" baseline="0" dirty="0"/>
              <a:t> à vous </a:t>
            </a:r>
            <a:r>
              <a:rPr lang="fr-FR" baseline="0" dirty="0" smtClean="0"/>
              <a:t>, Monsieur d’avoir consacrer votre temps à évaluer mon travail</a:t>
            </a:r>
            <a:r>
              <a:rPr lang="fr-FR" sz="900" b="0" i="0" u="none" strike="noStrike" cap="none" baseline="0" dirty="0" smtClean="0">
                <a:solidFill>
                  <a:schemeClr val="dk1"/>
                </a:solidFill>
                <a:latin typeface="Calibri"/>
                <a:ea typeface="Calibri"/>
                <a:cs typeface="Calibri"/>
                <a:sym typeface="Calibri"/>
              </a:rPr>
              <a:t>.</a:t>
            </a:r>
            <a:r>
              <a:rPr lang="fr-FR" dirty="0"/>
              <a:t/>
            </a:r>
            <a:br>
              <a:rPr lang="fr-FR" dirty="0"/>
            </a:br>
            <a:endParaRPr lang="fr-FR" dirty="0"/>
          </a:p>
          <a:p>
            <a:r>
              <a:rPr lang="fr-FR" dirty="0"/>
              <a:t> </a:t>
            </a:r>
            <a:r>
              <a:rPr lang="fr-FR" dirty="0" smtClean="0"/>
              <a:t>votre </a:t>
            </a:r>
            <a:r>
              <a:rPr lang="fr-FR" dirty="0"/>
              <a:t>soutien, </a:t>
            </a:r>
            <a:r>
              <a:rPr lang="fr-FR" dirty="0" smtClean="0"/>
              <a:t>votre </a:t>
            </a:r>
            <a:r>
              <a:rPr lang="fr-FR" dirty="0"/>
              <a:t>conseils, et </a:t>
            </a:r>
            <a:r>
              <a:rPr lang="fr-FR" dirty="0" smtClean="0"/>
              <a:t>votre </a:t>
            </a:r>
            <a:r>
              <a:rPr lang="fr-FR" dirty="0"/>
              <a:t>expertise m’ont été précieux à chaque étape de ce travail."**</a:t>
            </a:r>
          </a:p>
        </p:txBody>
      </p:sp>
      <p:sp>
        <p:nvSpPr>
          <p:cNvPr id="745" name="Google Shape;74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2</a:t>
            </a:fld>
            <a:endParaRPr/>
          </a:p>
        </p:txBody>
      </p:sp>
    </p:spTree>
    <p:extLst>
      <p:ext uri="{BB962C8B-B14F-4D97-AF65-F5344CB8AC3E}">
        <p14:creationId xmlns:p14="http://schemas.microsoft.com/office/powerpoint/2010/main" val="169858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Voici donc le plan que je vais </a:t>
            </a:r>
            <a:r>
              <a:rPr lang="fr-FR" dirty="0" err="1"/>
              <a:t>elaborer</a:t>
            </a:r>
            <a:r>
              <a:rPr lang="fr-FR" dirty="0"/>
              <a:t> toute au long de cette </a:t>
            </a:r>
            <a:r>
              <a:rPr lang="fr-FR" dirty="0" err="1"/>
              <a:t>presentation</a:t>
            </a:r>
            <a:r>
              <a:rPr lang="fr-FR" dirty="0"/>
              <a: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err="1"/>
              <a:t>Premierement</a:t>
            </a:r>
            <a:r>
              <a:rPr lang="fr-FR" dirty="0"/>
              <a:t>, je vais faire une petite </a:t>
            </a:r>
            <a:r>
              <a:rPr lang="fr-FR" dirty="0" err="1"/>
              <a:t>presentation</a:t>
            </a:r>
            <a:r>
              <a:rPr lang="fr-FR" dirty="0"/>
              <a:t> de </a:t>
            </a:r>
            <a:r>
              <a:rPr lang="fr-FR" dirty="0" smtClean="0"/>
              <a:t>l’entreprise </a:t>
            </a:r>
            <a:r>
              <a:rPr lang="fr-FR" dirty="0"/>
              <a:t>d’</a:t>
            </a:r>
            <a:r>
              <a:rPr lang="fr-FR" dirty="0" err="1"/>
              <a:t>acceuile</a:t>
            </a: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err="1"/>
              <a:t>Ensuite,je</a:t>
            </a:r>
            <a:r>
              <a:rPr lang="fr-FR" dirty="0"/>
              <a:t> vais parler du description de projet suivie de l’analyse et critique de l’existant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Apres, je vais parler du </a:t>
            </a:r>
            <a:r>
              <a:rPr lang="fr-FR" dirty="0" err="1"/>
              <a:t>problematique</a:t>
            </a:r>
            <a:r>
              <a:rPr lang="fr-FR" dirty="0"/>
              <a:t> du projet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Puis, je vous expliquerai les solutions que nous avons imaginées pour répondre à ce problème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Je parlera aussi des outils que nous avons utilisés pour concevoir le projet et pourquoi nous les avons choisis.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Et c’est tout simplement avant de conclure que je vous montrerai  comment le projet fonctionne à travers une démonstration.</a:t>
            </a:r>
          </a:p>
          <a:p>
            <a:pPr marL="0" lvl="0" indent="0" algn="l" rtl="0">
              <a:spcBef>
                <a:spcPts val="0"/>
              </a:spcBef>
              <a:spcAft>
                <a:spcPts val="0"/>
              </a:spcAft>
              <a:buNone/>
            </a:pPr>
            <a:endParaRPr lang="fr-FR" dirty="0"/>
          </a:p>
          <a:p>
            <a:pPr marL="0" lvl="0" indent="0" algn="l" rtl="0">
              <a:spcBef>
                <a:spcPts val="0"/>
              </a:spcBef>
              <a:spcAft>
                <a:spcPts val="0"/>
              </a:spcAft>
              <a:buNone/>
            </a:pPr>
            <a:endParaRPr dirty="0"/>
          </a:p>
        </p:txBody>
      </p:sp>
      <p:sp>
        <p:nvSpPr>
          <p:cNvPr id="122" name="Google Shape;12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3</a:t>
            </a:fld>
            <a:endParaRPr/>
          </a:p>
        </p:txBody>
      </p:sp>
    </p:spTree>
    <p:extLst>
      <p:ext uri="{BB962C8B-B14F-4D97-AF65-F5344CB8AC3E}">
        <p14:creationId xmlns:p14="http://schemas.microsoft.com/office/powerpoint/2010/main" val="3601153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"Notre lieu de stage est l’ARIS CONCEPT COMPANY  qui se trouve  a Iavoloha Antananarivo. C’est une entreprise jeune et dynamique </a:t>
            </a:r>
            <a:r>
              <a:rPr lang="fr-FR" dirty="0" err="1"/>
              <a:t>fondee</a:t>
            </a:r>
            <a:r>
              <a:rPr lang="fr-FR" dirty="0"/>
              <a:t> en 2022. Créer des solutions innovantes dans la gestion des </a:t>
            </a:r>
            <a:r>
              <a:rPr lang="fr-FR" dirty="0" err="1"/>
              <a:t>donees</a:t>
            </a:r>
            <a:r>
              <a:rPr lang="fr-FR" dirty="0"/>
              <a:t> pour ses clients </a:t>
            </a:r>
            <a:r>
              <a:rPr lang="fr-FR" dirty="0" err="1"/>
              <a:t>professionneles</a:t>
            </a:r>
            <a:r>
              <a:rPr lang="fr-FR" dirty="0"/>
              <a:t> et </a:t>
            </a:r>
            <a:r>
              <a:rPr lang="fr-FR" dirty="0" err="1"/>
              <a:t>ameliorer</a:t>
            </a:r>
            <a:r>
              <a:rPr lang="fr-FR" dirty="0"/>
              <a:t> les perspectives d’emploi pour les jeunes diplôme malagasy en leurs offrants des </a:t>
            </a:r>
            <a:r>
              <a:rPr lang="fr-FR" dirty="0" err="1"/>
              <a:t>opportunites</a:t>
            </a:r>
            <a:r>
              <a:rPr lang="fr-FR" dirty="0"/>
              <a:t> de travail enrichissantes sont leurs principaux objectifs.</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lang="fr-FR" noProof="0" dirty="0"/>
          </a:p>
          <a:p>
            <a:pPr marL="0" lvl="0" indent="0" algn="l" rtl="0">
              <a:spcBef>
                <a:spcPts val="0"/>
              </a:spcBef>
              <a:spcAft>
                <a:spcPts val="0"/>
              </a:spcAft>
              <a:buNone/>
            </a:pPr>
            <a:endParaRPr dirty="0"/>
          </a:p>
        </p:txBody>
      </p:sp>
      <p:sp>
        <p:nvSpPr>
          <p:cNvPr id="182"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4</a:t>
            </a:fld>
            <a:endParaRPr/>
          </a:p>
        </p:txBody>
      </p:sp>
    </p:spTree>
    <p:extLst>
      <p:ext uri="{BB962C8B-B14F-4D97-AF65-F5344CB8AC3E}">
        <p14:creationId xmlns:p14="http://schemas.microsoft.com/office/powerpoint/2010/main" val="2848125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smtClean="0"/>
              <a:t>Le projet vise à concevoir une application capable de gérer automatiquement le pointage et le suivi quotidien des activités du personnel. L’idée est d’assurer un contrôle précis des horaires de travail tout en offrant une meilleure visibilité sur les tâches réalisées chaque jour.</a:t>
            </a:r>
          </a:p>
          <a:p>
            <a:r>
              <a:rPr lang="fr-FR" dirty="0" smtClean="0"/>
              <a:t>Le système doit permettre aux employés d’enregistrer leur arrivée et leur départ de manière simple et fiable, ce qui permettra de suivre avec exactitude la présence quotidienne, de détecter les retards éventuels et de calculer la durée réelle de travail de chaque personne. Grâce à cette fonctionnalité, il sera possible de garantir une gestion rigoureuse et transparente du temps de travail.</a:t>
            </a:r>
          </a:p>
          <a:p>
            <a:r>
              <a:rPr lang="fr-FR" dirty="0" smtClean="0"/>
              <a:t>Par ailleurs, l’application devra permettre le suivi en temps réel des activités à travers la saisie de comptes rendus journaliers. Cela offrira la possibilité de suivre l’avancement des tâches effectuées, d’évaluer la productivité et de mieux organiser le travail au quotidien. Cette approche contribue également à améliorer la communication et la coordination entre les différents acteurs, tout en facilitant le contrôle et l’analyse des activités réalisées.</a:t>
            </a:r>
            <a:endParaRPr lang="fr-FR" dirty="0"/>
          </a:p>
        </p:txBody>
      </p:sp>
      <p:sp>
        <p:nvSpPr>
          <p:cNvPr id="182"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5</a:t>
            </a:fld>
            <a:endParaRPr/>
          </a:p>
        </p:txBody>
      </p:sp>
    </p:spTree>
    <p:extLst>
      <p:ext uri="{BB962C8B-B14F-4D97-AF65-F5344CB8AC3E}">
        <p14:creationId xmlns:p14="http://schemas.microsoft.com/office/powerpoint/2010/main" val="787263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 xmlns:a16="http://schemas.microsoft.com/office/drawing/2014/main" id="{9DE2B73D-099B-749F-D3AA-993761DC5A1C}"/>
            </a:ext>
          </a:extLst>
        </p:cNvPr>
        <p:cNvGrpSpPr/>
        <p:nvPr/>
      </p:nvGrpSpPr>
      <p:grpSpPr>
        <a:xfrm>
          <a:off x="0" y="0"/>
          <a:ext cx="0" cy="0"/>
          <a:chOff x="0" y="0"/>
          <a:chExt cx="0" cy="0"/>
        </a:xfrm>
      </p:grpSpPr>
      <p:sp>
        <p:nvSpPr>
          <p:cNvPr id="180" name="Google Shape;180;p4:notes">
            <a:extLst>
              <a:ext uri="{FF2B5EF4-FFF2-40B4-BE49-F238E27FC236}">
                <a16:creationId xmlns="" xmlns:a16="http://schemas.microsoft.com/office/drawing/2014/main" id="{383DB74F-A5C1-9939-79EB-9AC54D1476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4:notes">
            <a:extLst>
              <a:ext uri="{FF2B5EF4-FFF2-40B4-BE49-F238E27FC236}">
                <a16:creationId xmlns="" xmlns:a16="http://schemas.microsoft.com/office/drawing/2014/main" id="{FFCF0925-B83B-6E82-BA84-B51A05A3A4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smtClean="0"/>
              <a:t>L’application à concevoir devra permettre une </a:t>
            </a:r>
            <a:r>
              <a:rPr lang="fr-FR" b="1" dirty="0" smtClean="0"/>
              <a:t>gestion complète du pointage et du suivi quotidien des activités du personnel</a:t>
            </a:r>
            <a:r>
              <a:rPr lang="fr-FR" dirty="0" smtClean="0"/>
              <a:t>.</a:t>
            </a:r>
            <a:br>
              <a:rPr lang="fr-FR" dirty="0" smtClean="0"/>
            </a:br>
            <a:r>
              <a:rPr lang="fr-FR" dirty="0" smtClean="0"/>
              <a:t>Chaque employé devra enregistrer </a:t>
            </a:r>
            <a:r>
              <a:rPr lang="fr-FR" b="1" dirty="0" smtClean="0"/>
              <a:t>son heure d’arrivée et de sortie</a:t>
            </a:r>
            <a:r>
              <a:rPr lang="fr-FR" dirty="0" smtClean="0"/>
              <a:t> afin de faciliter le contrôle de la présence et du respect des horaires de travail.</a:t>
            </a:r>
            <a:br>
              <a:rPr lang="fr-FR" dirty="0" smtClean="0"/>
            </a:br>
            <a:r>
              <a:rPr lang="fr-FR" dirty="0" smtClean="0"/>
              <a:t>Le système devra enregistrer automatiquement </a:t>
            </a:r>
            <a:r>
              <a:rPr lang="fr-FR" b="1" dirty="0" smtClean="0"/>
              <a:t>l’heure exacte</a:t>
            </a:r>
            <a:r>
              <a:rPr lang="fr-FR" dirty="0" smtClean="0"/>
              <a:t> du pointage, ce qui permettra de calculer la </a:t>
            </a:r>
            <a:r>
              <a:rPr lang="fr-FR" b="1" dirty="0" smtClean="0"/>
              <a:t>durée effective de travail</a:t>
            </a:r>
            <a:r>
              <a:rPr lang="fr-FR" dirty="0" smtClean="0"/>
              <a:t>, de détecter les </a:t>
            </a:r>
            <a:r>
              <a:rPr lang="fr-FR" b="1" dirty="0" smtClean="0"/>
              <a:t>retards</a:t>
            </a:r>
            <a:r>
              <a:rPr lang="fr-FR" dirty="0" smtClean="0"/>
              <a:t>, les </a:t>
            </a:r>
            <a:r>
              <a:rPr lang="fr-FR" b="1" dirty="0" smtClean="0"/>
              <a:t>absences</a:t>
            </a:r>
            <a:r>
              <a:rPr lang="fr-FR" dirty="0" smtClean="0"/>
              <a:t> ou encore les </a:t>
            </a:r>
            <a:r>
              <a:rPr lang="fr-FR" b="1" dirty="0" smtClean="0"/>
              <a:t>heures supplémentaires</a:t>
            </a:r>
            <a:r>
              <a:rPr lang="fr-FR" dirty="0" smtClean="0"/>
              <a:t>.</a:t>
            </a:r>
          </a:p>
          <a:p>
            <a:r>
              <a:rPr lang="fr-FR" dirty="0" smtClean="0"/>
              <a:t>En plus du pointage, chaque employé devra </a:t>
            </a:r>
            <a:r>
              <a:rPr lang="fr-FR" b="1" dirty="0" smtClean="0"/>
              <a:t>rédiger un compte rendu journalier</a:t>
            </a:r>
            <a:r>
              <a:rPr lang="fr-FR" dirty="0" smtClean="0"/>
              <a:t> décrivant les tâches réalisées durant la journée.</a:t>
            </a:r>
            <a:br>
              <a:rPr lang="fr-FR" dirty="0" smtClean="0"/>
            </a:br>
            <a:r>
              <a:rPr lang="fr-FR" dirty="0" smtClean="0"/>
              <a:t>Ce compte rendu servira à assurer un </a:t>
            </a:r>
            <a:r>
              <a:rPr lang="fr-FR" b="1" dirty="0" smtClean="0"/>
              <a:t>suivi régulier des activités</a:t>
            </a:r>
            <a:r>
              <a:rPr lang="fr-FR" dirty="0" smtClean="0"/>
              <a:t>, à mesurer la </a:t>
            </a:r>
            <a:r>
              <a:rPr lang="fr-FR" b="1" dirty="0" smtClean="0"/>
              <a:t>productivité individuelle</a:t>
            </a:r>
            <a:r>
              <a:rPr lang="fr-FR" dirty="0" smtClean="0"/>
              <a:t> et à améliorer la </a:t>
            </a:r>
            <a:r>
              <a:rPr lang="fr-FR" b="1" dirty="0" smtClean="0"/>
              <a:t>communication interne</a:t>
            </a:r>
            <a:r>
              <a:rPr lang="fr-FR" dirty="0" smtClean="0"/>
              <a:t> entre les employés et leurs responsables.</a:t>
            </a:r>
            <a:br>
              <a:rPr lang="fr-FR" dirty="0" smtClean="0"/>
            </a:br>
            <a:r>
              <a:rPr lang="fr-FR" dirty="0" smtClean="0"/>
              <a:t>Les responsables pourront ainsi consulter les rapports soumis, les </a:t>
            </a:r>
            <a:r>
              <a:rPr lang="fr-FR" b="1" dirty="0" smtClean="0"/>
              <a:t>valider</a:t>
            </a:r>
            <a:r>
              <a:rPr lang="fr-FR" dirty="0" smtClean="0"/>
              <a:t>, y </a:t>
            </a:r>
            <a:r>
              <a:rPr lang="fr-FR" b="1" dirty="0" smtClean="0"/>
              <a:t>ajouter des remarques</a:t>
            </a:r>
            <a:r>
              <a:rPr lang="fr-FR" dirty="0" smtClean="0"/>
              <a:t>, et suivre l’évolution du travail de manière centralisée.</a:t>
            </a:r>
          </a:p>
          <a:p>
            <a:pPr marL="0" lvl="0" indent="0" algn="l" rtl="0">
              <a:spcBef>
                <a:spcPts val="0"/>
              </a:spcBef>
              <a:spcAft>
                <a:spcPts val="0"/>
              </a:spcAft>
              <a:buNone/>
            </a:pPr>
            <a:endParaRPr lang="fr-FR" dirty="0"/>
          </a:p>
        </p:txBody>
      </p:sp>
      <p:sp>
        <p:nvSpPr>
          <p:cNvPr id="182" name="Google Shape;182;p4:notes">
            <a:extLst>
              <a:ext uri="{FF2B5EF4-FFF2-40B4-BE49-F238E27FC236}">
                <a16:creationId xmlns="" xmlns:a16="http://schemas.microsoft.com/office/drawing/2014/main" id="{064E5262-162E-5C12-3DF8-BE3076EC5E5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6</a:t>
            </a:fld>
            <a:endParaRPr/>
          </a:p>
        </p:txBody>
      </p:sp>
    </p:spTree>
    <p:extLst>
      <p:ext uri="{BB962C8B-B14F-4D97-AF65-F5344CB8AC3E}">
        <p14:creationId xmlns:p14="http://schemas.microsoft.com/office/powerpoint/2010/main" val="4145427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 xmlns:a16="http://schemas.microsoft.com/office/drawing/2014/main" id="{59D8BF39-B8B7-CFC5-87CD-F2F42C17D8F9}"/>
            </a:ext>
          </a:extLst>
        </p:cNvPr>
        <p:cNvGrpSpPr/>
        <p:nvPr/>
      </p:nvGrpSpPr>
      <p:grpSpPr>
        <a:xfrm>
          <a:off x="0" y="0"/>
          <a:ext cx="0" cy="0"/>
          <a:chOff x="0" y="0"/>
          <a:chExt cx="0" cy="0"/>
        </a:xfrm>
      </p:grpSpPr>
      <p:sp>
        <p:nvSpPr>
          <p:cNvPr id="180" name="Google Shape;180;p4:notes">
            <a:extLst>
              <a:ext uri="{FF2B5EF4-FFF2-40B4-BE49-F238E27FC236}">
                <a16:creationId xmlns="" xmlns:a16="http://schemas.microsoft.com/office/drawing/2014/main" id="{BF7C1ED6-146E-7307-B3B4-29805AE4C4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4:notes">
            <a:extLst>
              <a:ext uri="{FF2B5EF4-FFF2-40B4-BE49-F238E27FC236}">
                <a16:creationId xmlns="" xmlns:a16="http://schemas.microsoft.com/office/drawing/2014/main" id="{00C54CAD-5100-7344-9256-F371D7E9B3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Alors comment faire pour </a:t>
            </a:r>
            <a:r>
              <a:rPr lang="fr-FR" dirty="0" err="1"/>
              <a:t>resoudre</a:t>
            </a:r>
            <a:r>
              <a:rPr lang="fr-FR" dirty="0"/>
              <a:t> ces </a:t>
            </a:r>
            <a:r>
              <a:rPr lang="fr-FR" dirty="0" err="1"/>
              <a:t>different</a:t>
            </a:r>
            <a:r>
              <a:rPr lang="fr-FR" dirty="0"/>
              <a:t> </a:t>
            </a:r>
            <a:r>
              <a:rPr lang="fr-FR" dirty="0" err="1"/>
              <a:t>probleme</a:t>
            </a:r>
            <a:r>
              <a:rPr lang="fr-FR" dirty="0"/>
              <a:t>?</a:t>
            </a:r>
          </a:p>
          <a:p>
            <a:pPr marL="0" lvl="0" indent="0" algn="l" rtl="0">
              <a:spcBef>
                <a:spcPts val="0"/>
              </a:spcBef>
              <a:spcAft>
                <a:spcPts val="0"/>
              </a:spcAft>
              <a:buNone/>
            </a:pPr>
            <a:endParaRPr lang="fr-FR" dirty="0"/>
          </a:p>
        </p:txBody>
      </p:sp>
      <p:sp>
        <p:nvSpPr>
          <p:cNvPr id="182" name="Google Shape;182;p4:notes">
            <a:extLst>
              <a:ext uri="{FF2B5EF4-FFF2-40B4-BE49-F238E27FC236}">
                <a16:creationId xmlns="" xmlns:a16="http://schemas.microsoft.com/office/drawing/2014/main" id="{9D382921-7E23-3829-9A42-5B2BA294502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7</a:t>
            </a:fld>
            <a:endParaRPr/>
          </a:p>
        </p:txBody>
      </p:sp>
    </p:spTree>
    <p:extLst>
      <p:ext uri="{BB962C8B-B14F-4D97-AF65-F5344CB8AC3E}">
        <p14:creationId xmlns:p14="http://schemas.microsoft.com/office/powerpoint/2010/main" val="3481458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 xmlns:a16="http://schemas.microsoft.com/office/drawing/2014/main" id="{42E16321-4586-1347-9A99-CD4ABD801BF9}"/>
            </a:ext>
          </a:extLst>
        </p:cNvPr>
        <p:cNvGrpSpPr/>
        <p:nvPr/>
      </p:nvGrpSpPr>
      <p:grpSpPr>
        <a:xfrm>
          <a:off x="0" y="0"/>
          <a:ext cx="0" cy="0"/>
          <a:chOff x="0" y="0"/>
          <a:chExt cx="0" cy="0"/>
        </a:xfrm>
      </p:grpSpPr>
      <p:sp>
        <p:nvSpPr>
          <p:cNvPr id="180" name="Google Shape;180;p4:notes">
            <a:extLst>
              <a:ext uri="{FF2B5EF4-FFF2-40B4-BE49-F238E27FC236}">
                <a16:creationId xmlns="" xmlns:a16="http://schemas.microsoft.com/office/drawing/2014/main" id="{4B3E1EA5-2155-4C4E-9036-47EADA1838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4:notes">
            <a:extLst>
              <a:ext uri="{FF2B5EF4-FFF2-40B4-BE49-F238E27FC236}">
                <a16:creationId xmlns="" xmlns:a16="http://schemas.microsoft.com/office/drawing/2014/main" id="{986DF5C4-5EF9-CC9F-D6DA-44873643CE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Pour </a:t>
            </a:r>
            <a:r>
              <a:rPr lang="fr-FR" dirty="0" err="1"/>
              <a:t>resoudre</a:t>
            </a:r>
            <a:r>
              <a:rPr lang="fr-FR" dirty="0"/>
              <a:t> alors a ces </a:t>
            </a:r>
            <a:r>
              <a:rPr lang="fr-FR" dirty="0" err="1"/>
              <a:t>problemes</a:t>
            </a:r>
            <a:r>
              <a:rPr lang="fr-FR" dirty="0"/>
              <a:t> , il faut </a:t>
            </a:r>
            <a:r>
              <a:rPr lang="fr-FR" dirty="0" smtClean="0"/>
              <a:t>penser</a:t>
            </a:r>
            <a:r>
              <a:rPr lang="fr-FR" baseline="0" dirty="0" smtClean="0"/>
              <a:t>  la m</a:t>
            </a:r>
            <a:r>
              <a:rPr lang="fr-FR" dirty="0" smtClean="0"/>
              <a:t>ise en place d’une application qui permettra de vérifier facilement la présence des employés.</a:t>
            </a:r>
            <a:endParaRPr lang="fr-FR" dirty="0"/>
          </a:p>
        </p:txBody>
      </p:sp>
      <p:sp>
        <p:nvSpPr>
          <p:cNvPr id="182" name="Google Shape;182;p4:notes">
            <a:extLst>
              <a:ext uri="{FF2B5EF4-FFF2-40B4-BE49-F238E27FC236}">
                <a16:creationId xmlns="" xmlns:a16="http://schemas.microsoft.com/office/drawing/2014/main" id="{11155510-5ECC-14BC-52C5-6A9362B6F5B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8</a:t>
            </a:fld>
            <a:endParaRPr/>
          </a:p>
        </p:txBody>
      </p:sp>
    </p:spTree>
    <p:extLst>
      <p:ext uri="{BB962C8B-B14F-4D97-AF65-F5344CB8AC3E}">
        <p14:creationId xmlns:p14="http://schemas.microsoft.com/office/powerpoint/2010/main" val="2443562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 xmlns:a16="http://schemas.microsoft.com/office/drawing/2014/main" id="{949123D7-14B2-A679-851F-680CE0415A95}"/>
            </a:ext>
          </a:extLst>
        </p:cNvPr>
        <p:cNvGrpSpPr/>
        <p:nvPr/>
      </p:nvGrpSpPr>
      <p:grpSpPr>
        <a:xfrm>
          <a:off x="0" y="0"/>
          <a:ext cx="0" cy="0"/>
          <a:chOff x="0" y="0"/>
          <a:chExt cx="0" cy="0"/>
        </a:xfrm>
      </p:grpSpPr>
      <p:sp>
        <p:nvSpPr>
          <p:cNvPr id="180" name="Google Shape;180;p4:notes">
            <a:extLst>
              <a:ext uri="{FF2B5EF4-FFF2-40B4-BE49-F238E27FC236}">
                <a16:creationId xmlns="" xmlns:a16="http://schemas.microsoft.com/office/drawing/2014/main" id="{267C3883-1D08-3D4C-24DF-5BB8D06988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4:notes">
            <a:extLst>
              <a:ext uri="{FF2B5EF4-FFF2-40B4-BE49-F238E27FC236}">
                <a16:creationId xmlns="" xmlns:a16="http://schemas.microsoft.com/office/drawing/2014/main" id="{9593CD86-0E0C-AF34-C1AB-95EE3F0E64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b="1" dirty="0" err="1" smtClean="0"/>
              <a:t>React</a:t>
            </a:r>
            <a:r>
              <a:rPr lang="fr-FR" dirty="0" smtClean="0"/>
              <a:t> est utilisé pour le développement de l’interface utilisateur. Il s’agit d’une bibliothèque JavaScript moderne qui permet de créer des interfaces dynamiques, réactives et modulaires. Grâce à </a:t>
            </a:r>
            <a:r>
              <a:rPr lang="fr-FR" dirty="0" err="1" smtClean="0"/>
              <a:t>React</a:t>
            </a:r>
            <a:r>
              <a:rPr lang="fr-FR" dirty="0" smtClean="0"/>
              <a:t>, l’application offre une expérience fluide et intuitive pour les utilisateurs, qu’il s’agisse de saisir leurs horaires ou de rédiger leurs comptes rendus. La nature </a:t>
            </a:r>
            <a:r>
              <a:rPr lang="fr-FR" dirty="0" err="1" smtClean="0"/>
              <a:t>composantielle</a:t>
            </a:r>
            <a:r>
              <a:rPr lang="fr-FR" dirty="0" smtClean="0"/>
              <a:t> de </a:t>
            </a:r>
            <a:r>
              <a:rPr lang="fr-FR" dirty="0" err="1" smtClean="0"/>
              <a:t>React</a:t>
            </a:r>
            <a:r>
              <a:rPr lang="fr-FR" dirty="0" smtClean="0"/>
              <a:t> facilite également la maintenance et l’évolution future de l’application.</a:t>
            </a:r>
          </a:p>
          <a:p>
            <a:r>
              <a:rPr lang="fr-FR" b="1" dirty="0" smtClean="0"/>
              <a:t>C#</a:t>
            </a:r>
            <a:r>
              <a:rPr lang="fr-FR" dirty="0" smtClean="0"/>
              <a:t> est employé pour la logique côté serveur et le traitement des données. Ce langage robuste et moderne permet de gérer efficacement les opérations liées à la manipulation des informations des employés, au stockage des pointages et des comptes rendus, ainsi qu’à la sécurisation des données. L’utilisation de C# assure un traitement rapide et fiable des informations, ce qui est essentiel pour un suivi précis des activités et des présences.</a:t>
            </a:r>
          </a:p>
          <a:p>
            <a:r>
              <a:rPr lang="fr-FR" b="1" dirty="0" err="1" smtClean="0"/>
              <a:t>Spring</a:t>
            </a:r>
            <a:r>
              <a:rPr lang="fr-FR" b="1" dirty="0" smtClean="0"/>
              <a:t> Boot</a:t>
            </a:r>
            <a:r>
              <a:rPr lang="fr-FR" dirty="0" smtClean="0"/>
              <a:t> complète l’architecture en fournissant un cadre solide pour le développement de services web et d’API REST. Cette technologie permet de connecter l’interface </a:t>
            </a:r>
            <a:r>
              <a:rPr lang="fr-FR" dirty="0" err="1" smtClean="0"/>
              <a:t>React</a:t>
            </a:r>
            <a:r>
              <a:rPr lang="fr-FR" dirty="0" smtClean="0"/>
              <a:t> à la base de données et aux services </a:t>
            </a:r>
            <a:r>
              <a:rPr lang="fr-FR" dirty="0" err="1" smtClean="0"/>
              <a:t>backend</a:t>
            </a:r>
            <a:r>
              <a:rPr lang="fr-FR" dirty="0" smtClean="0"/>
              <a:t>, garantissant la communication en temps réel entre le client et le serveur. </a:t>
            </a:r>
            <a:r>
              <a:rPr lang="fr-FR" dirty="0" err="1" smtClean="0"/>
              <a:t>Spring</a:t>
            </a:r>
            <a:r>
              <a:rPr lang="fr-FR" dirty="0" smtClean="0"/>
              <a:t> Boot facilite la création de services performants, sécurisés et évolutifs, ce qui est crucial pour la gestion centralisée des données et le suivi des activités de l’ensemble du personnel</a:t>
            </a:r>
            <a:endParaRPr lang="fr-FR" dirty="0"/>
          </a:p>
        </p:txBody>
      </p:sp>
      <p:sp>
        <p:nvSpPr>
          <p:cNvPr id="182" name="Google Shape;182;p4:notes">
            <a:extLst>
              <a:ext uri="{FF2B5EF4-FFF2-40B4-BE49-F238E27FC236}">
                <a16:creationId xmlns="" xmlns:a16="http://schemas.microsoft.com/office/drawing/2014/main" id="{2513E73C-0C5C-6613-EB29-7B92AF6FC81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9</a:t>
            </a:fld>
            <a:endParaRPr/>
          </a:p>
        </p:txBody>
      </p:sp>
    </p:spTree>
    <p:extLst>
      <p:ext uri="{BB962C8B-B14F-4D97-AF65-F5344CB8AC3E}">
        <p14:creationId xmlns:p14="http://schemas.microsoft.com/office/powerpoint/2010/main" val="891963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Passons maintenant à la démonstration pour découvrir </a:t>
            </a:r>
            <a:r>
              <a:rPr lang="fr-FR" dirty="0" smtClean="0"/>
              <a:t>comment</a:t>
            </a:r>
            <a:r>
              <a:rPr lang="fr-FR" baseline="0" dirty="0" smtClean="0"/>
              <a:t> le projet fonctionne.</a:t>
            </a:r>
            <a:endParaRPr dirty="0"/>
          </a:p>
        </p:txBody>
      </p:sp>
      <p:sp>
        <p:nvSpPr>
          <p:cNvPr id="474" name="Google Shape;47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10</a:t>
            </a:fld>
            <a:endParaRPr/>
          </a:p>
        </p:txBody>
      </p:sp>
    </p:spTree>
    <p:extLst>
      <p:ext uri="{BB962C8B-B14F-4D97-AF65-F5344CB8AC3E}">
        <p14:creationId xmlns:p14="http://schemas.microsoft.com/office/powerpoint/2010/main" val="1691497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a:t>Pour conclure, ce stage au sein d’ARIS CONCEPT COMPANY m’a offert une précieuse opportunité de m’immerger dans le monde professionnel tout en renforçant mes connaissances et compétences dans le domaine </a:t>
            </a:r>
            <a:r>
              <a:rPr lang="fr-FR" dirty="0" smtClean="0"/>
              <a:t>de</a:t>
            </a:r>
            <a:r>
              <a:rPr lang="fr-FR" baseline="0" dirty="0" smtClean="0"/>
              <a:t> développement d ’application web</a:t>
            </a:r>
            <a:r>
              <a:rPr lang="fr-FR" dirty="0" smtClean="0"/>
              <a:t>.</a:t>
            </a:r>
            <a:endParaRPr lang="fr-FR" dirty="0"/>
          </a:p>
          <a:p>
            <a:r>
              <a:rPr lang="fr-FR" dirty="0"/>
              <a:t>Bien que le projet soit pleinement opérationnel et réponde efficacement aux besoins des utilisateurs, il pourrait être encore optimisé en intégrant des fonctionnalités </a:t>
            </a:r>
            <a:r>
              <a:rPr lang="fr-FR" dirty="0" smtClean="0"/>
              <a:t>supplémentaires.</a:t>
            </a:r>
            <a:endParaRPr lang="fr-FR" dirty="0"/>
          </a:p>
        </p:txBody>
      </p:sp>
      <p:sp>
        <p:nvSpPr>
          <p:cNvPr id="745" name="Google Shape;74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11</a:t>
            </a:fld>
            <a:endParaRPr/>
          </a:p>
        </p:txBody>
      </p:sp>
    </p:spTree>
    <p:extLst>
      <p:ext uri="{BB962C8B-B14F-4D97-AF65-F5344CB8AC3E}">
        <p14:creationId xmlns:p14="http://schemas.microsoft.com/office/powerpoint/2010/main" val="2334835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900" kern="1200" dirty="0">
                <a:solidFill>
                  <a:schemeClr val="tx1"/>
                </a:solidFill>
                <a:effectLst/>
                <a:latin typeface="+mn-lt"/>
                <a:ea typeface="+mn-ea"/>
                <a:cs typeface="+mn-cs"/>
              </a:rPr>
              <a:t>Monsieur le président du Jury, chers membres du jury, ainsi s'achève la présentation de mon exposé. Je suis a votre disposition si il y a des questions et des remarques dont le but d’</a:t>
            </a:r>
            <a:r>
              <a:rPr lang="fr-FR" sz="900" kern="1200" dirty="0" err="1">
                <a:solidFill>
                  <a:schemeClr val="tx1"/>
                </a:solidFill>
                <a:effectLst/>
                <a:latin typeface="+mn-lt"/>
                <a:ea typeface="+mn-ea"/>
                <a:cs typeface="+mn-cs"/>
              </a:rPr>
              <a:t>ameliorer</a:t>
            </a:r>
            <a:r>
              <a:rPr lang="fr-FR" sz="900" kern="1200" dirty="0">
                <a:solidFill>
                  <a:schemeClr val="tx1"/>
                </a:solidFill>
                <a:effectLst/>
                <a:latin typeface="+mn-lt"/>
                <a:ea typeface="+mn-ea"/>
                <a:cs typeface="+mn-cs"/>
              </a:rPr>
              <a:t> mon travail.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900" kern="1200" dirty="0">
                <a:solidFill>
                  <a:schemeClr val="tx1"/>
                </a:solidFill>
                <a:effectLst/>
                <a:latin typeface="+mn-lt"/>
                <a:ea typeface="+mn-ea"/>
                <a:cs typeface="+mn-cs"/>
              </a:rPr>
              <a:t>Merci de votre aimable attention !  </a:t>
            </a:r>
          </a:p>
          <a:p>
            <a:pPr marL="0" lvl="0" indent="0" algn="l" rtl="0">
              <a:spcBef>
                <a:spcPts val="0"/>
              </a:spcBef>
              <a:spcAft>
                <a:spcPts val="0"/>
              </a:spcAft>
              <a:buNone/>
            </a:pPr>
            <a:endParaRPr dirty="0"/>
          </a:p>
        </p:txBody>
      </p:sp>
      <p:sp>
        <p:nvSpPr>
          <p:cNvPr id="745" name="Google Shape;74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12</a:t>
            </a:fld>
            <a:endParaRPr/>
          </a:p>
        </p:txBody>
      </p:sp>
    </p:spTree>
    <p:extLst>
      <p:ext uri="{BB962C8B-B14F-4D97-AF65-F5344CB8AC3E}">
        <p14:creationId xmlns:p14="http://schemas.microsoft.com/office/powerpoint/2010/main" val="806713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143000" y="2701528"/>
            <a:ext cx="6858000" cy="1241822"/>
          </a:xfrm>
          <a:prstGeom prst="rect">
            <a:avLst/>
          </a:prstGeom>
          <a:noFill/>
          <a:ln>
            <a:noFill/>
          </a:ln>
        </p:spPr>
        <p:txBody>
          <a:bodyPr spcFirstLastPara="1" wrap="square" lIns="68575" tIns="34275" rIns="68575" bIns="34275"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400"/>
              <a:buNone/>
              <a:defRPr sz="140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8" name="Google Shape;18;p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7"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2" type="obj">
  <p:cSld name="OBJEC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2" name="Google Shape;32;p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3" type="secHead">
  <p:cSld name="SECTION_HEADER">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623888" y="3442098"/>
            <a:ext cx="7886700" cy="112514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400"/>
              <a:buNone/>
              <a:defRPr sz="140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 name="Google Shape;38;p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4" type="twoObj">
  <p:cSld name="TWO_OBJECTS">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4" name="Google Shape;44;p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5" name="Google Shape;45;p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5" type="twoTxTwoObj">
  <p:cSld name="TWO_OBJECTS_WITH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8"/>
          <p:cNvSpPr txBox="1">
            <a:spLocks noGrp="1"/>
          </p:cNvSpPr>
          <p:nvPr>
            <p:ph type="body" idx="1"/>
          </p:nvPr>
        </p:nvSpPr>
        <p:spPr>
          <a:xfrm>
            <a:off x="629842" y="1260872"/>
            <a:ext cx="3868340"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400"/>
              <a:buNone/>
              <a:defRPr sz="140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
          <p:cNvSpPr txBox="1">
            <a:spLocks noGrp="1"/>
          </p:cNvSpPr>
          <p:nvPr>
            <p:ph type="body" idx="2"/>
          </p:nvPr>
        </p:nvSpPr>
        <p:spPr>
          <a:xfrm>
            <a:off x="629842" y="1878806"/>
            <a:ext cx="3868340" cy="2763441"/>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400"/>
              <a:buNone/>
              <a:defRPr sz="140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3" name="Google Shape;53;p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4" name="Google Shape;54;p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
        <p:nvSpPr>
          <p:cNvPr id="57" name="Google Shape;57;p8"/>
          <p:cNvSpPr/>
          <p:nvPr/>
        </p:nvSpPr>
        <p:spPr>
          <a:xfrm>
            <a:off x="6852028" y="4780125"/>
            <a:ext cx="775136"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PPT模板下载：www.1ppt.com/moban/     行业PPT模板：www.1ppt.com/hangye/ </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节日PPT模板：www.1ppt.com/jieri/           PPT素材下载：www.1ppt.com/sucai/</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PPT背景图片：www.1ppt.com/beijing/      PPT图表下载：www.1ppt.com/tubiao/      </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优秀PPT下载：www.1ppt.com/xiazai/        PPT教程： www.1ppt.com/powerpoint/      </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Word教程： www.1ppt.com/word/              Excel教程：www.1ppt.com/excel/  </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资料下载：www.1ppt.com/ziliao/                PPT课件下载：www.1ppt.com/kejian/ </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范文下载：www.1ppt.com/fanwen/             试卷下载：www.1ppt.com/shiti/  </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教案下载：www.1ppt.com/jiaoan/        </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字体下载：www.1ppt.com/ziti/</a:t>
            </a:r>
            <a:endParaRP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 </a:t>
            </a:r>
            <a:endParaRPr sz="100" b="0" i="0" u="none" strike="noStrike" cap="non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6" type="titleOnly">
  <p:cSld name="TITLE_ONLY">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type="objTx">
  <p:cSld name="OBJECT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6" name="Google Shape;66;p10"/>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100"/>
              <a:buNone/>
              <a:defRPr sz="110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800"/>
              <a:buNone/>
              <a:defRPr sz="800"/>
            </a:lvl4pPr>
            <a:lvl5pPr marL="2286000" lvl="4" indent="-228600" algn="l">
              <a:lnSpc>
                <a:spcPct val="90000"/>
              </a:lnSpc>
              <a:spcBef>
                <a:spcPts val="375"/>
              </a:spcBef>
              <a:spcAft>
                <a:spcPts val="0"/>
              </a:spcAft>
              <a:buClr>
                <a:schemeClr val="dk1"/>
              </a:buClr>
              <a:buSzPts val="800"/>
              <a:buNone/>
              <a:defRPr sz="800"/>
            </a:lvl5pPr>
            <a:lvl6pPr marL="2743200" lvl="5" indent="-228600" algn="l">
              <a:lnSpc>
                <a:spcPct val="90000"/>
              </a:lnSpc>
              <a:spcBef>
                <a:spcPts val="375"/>
              </a:spcBef>
              <a:spcAft>
                <a:spcPts val="0"/>
              </a:spcAft>
              <a:buClr>
                <a:schemeClr val="dk1"/>
              </a:buClr>
              <a:buSzPts val="800"/>
              <a:buNone/>
              <a:defRPr sz="800"/>
            </a:lvl6pPr>
            <a:lvl7pPr marL="3200400" lvl="6" indent="-228600" algn="l">
              <a:lnSpc>
                <a:spcPct val="90000"/>
              </a:lnSpc>
              <a:spcBef>
                <a:spcPts val="375"/>
              </a:spcBef>
              <a:spcAft>
                <a:spcPts val="0"/>
              </a:spcAft>
              <a:buClr>
                <a:schemeClr val="dk1"/>
              </a:buClr>
              <a:buSzPts val="800"/>
              <a:buNone/>
              <a:defRPr sz="800"/>
            </a:lvl7pPr>
            <a:lvl8pPr marL="3657600" lvl="7" indent="-228600" algn="l">
              <a:lnSpc>
                <a:spcPct val="90000"/>
              </a:lnSpc>
              <a:spcBef>
                <a:spcPts val="375"/>
              </a:spcBef>
              <a:spcAft>
                <a:spcPts val="0"/>
              </a:spcAft>
              <a:buClr>
                <a:schemeClr val="dk1"/>
              </a:buClr>
              <a:buSzPts val="800"/>
              <a:buNone/>
              <a:defRPr sz="800"/>
            </a:lvl8pPr>
            <a:lvl9pPr marL="4114800" lvl="8" indent="-228600" algn="l">
              <a:lnSpc>
                <a:spcPct val="90000"/>
              </a:lnSpc>
              <a:spcBef>
                <a:spcPts val="375"/>
              </a:spcBef>
              <a:spcAft>
                <a:spcPts val="0"/>
              </a:spcAft>
              <a:buClr>
                <a:schemeClr val="dk1"/>
              </a:buClr>
              <a:buSzPts val="800"/>
              <a:buNone/>
              <a:defRPr sz="800"/>
            </a:lvl9pPr>
          </a:lstStyle>
          <a:p>
            <a:endParaRPr/>
          </a:p>
        </p:txBody>
      </p:sp>
      <p:sp>
        <p:nvSpPr>
          <p:cNvPr id="67" name="Google Shape;67;p1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type="picTx">
  <p:cSld name="PICTURE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1"/>
          <p:cNvSpPr>
            <a:spLocks noGrp="1"/>
          </p:cNvSpPr>
          <p:nvPr>
            <p:ph type="pic" idx="2"/>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9pPr>
          </a:lstStyle>
          <a:p>
            <a:endParaRPr/>
          </a:p>
        </p:txBody>
      </p:sp>
      <p:sp>
        <p:nvSpPr>
          <p:cNvPr id="73" name="Google Shape;73;p11"/>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100"/>
              <a:buNone/>
              <a:defRPr sz="110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800"/>
              <a:buNone/>
              <a:defRPr sz="800"/>
            </a:lvl4pPr>
            <a:lvl5pPr marL="2286000" lvl="4" indent="-228600" algn="l">
              <a:lnSpc>
                <a:spcPct val="90000"/>
              </a:lnSpc>
              <a:spcBef>
                <a:spcPts val="375"/>
              </a:spcBef>
              <a:spcAft>
                <a:spcPts val="0"/>
              </a:spcAft>
              <a:buClr>
                <a:schemeClr val="dk1"/>
              </a:buClr>
              <a:buSzPts val="800"/>
              <a:buNone/>
              <a:defRPr sz="800"/>
            </a:lvl5pPr>
            <a:lvl6pPr marL="2743200" lvl="5" indent="-228600" algn="l">
              <a:lnSpc>
                <a:spcPct val="90000"/>
              </a:lnSpc>
              <a:spcBef>
                <a:spcPts val="375"/>
              </a:spcBef>
              <a:spcAft>
                <a:spcPts val="0"/>
              </a:spcAft>
              <a:buClr>
                <a:schemeClr val="dk1"/>
              </a:buClr>
              <a:buSzPts val="800"/>
              <a:buNone/>
              <a:defRPr sz="800"/>
            </a:lvl6pPr>
            <a:lvl7pPr marL="3200400" lvl="6" indent="-228600" algn="l">
              <a:lnSpc>
                <a:spcPct val="90000"/>
              </a:lnSpc>
              <a:spcBef>
                <a:spcPts val="375"/>
              </a:spcBef>
              <a:spcAft>
                <a:spcPts val="0"/>
              </a:spcAft>
              <a:buClr>
                <a:schemeClr val="dk1"/>
              </a:buClr>
              <a:buSzPts val="800"/>
              <a:buNone/>
              <a:defRPr sz="800"/>
            </a:lvl7pPr>
            <a:lvl8pPr marL="3657600" lvl="7" indent="-228600" algn="l">
              <a:lnSpc>
                <a:spcPct val="90000"/>
              </a:lnSpc>
              <a:spcBef>
                <a:spcPts val="375"/>
              </a:spcBef>
              <a:spcAft>
                <a:spcPts val="0"/>
              </a:spcAft>
              <a:buClr>
                <a:schemeClr val="dk1"/>
              </a:buClr>
              <a:buSzPts val="800"/>
              <a:buNone/>
              <a:defRPr sz="800"/>
            </a:lvl8pPr>
            <a:lvl9pPr marL="4114800" lvl="8" indent="-228600" algn="l">
              <a:lnSpc>
                <a:spcPct val="90000"/>
              </a:lnSpc>
              <a:spcBef>
                <a:spcPts val="375"/>
              </a:spcBef>
              <a:spcAft>
                <a:spcPts val="0"/>
              </a:spcAft>
              <a:buClr>
                <a:schemeClr val="dk1"/>
              </a:buClr>
              <a:buSzPts val="800"/>
              <a:buNone/>
              <a:defRPr sz="800"/>
            </a:lvl9pPr>
          </a:lstStyle>
          <a:p>
            <a:endParaRPr/>
          </a:p>
        </p:txBody>
      </p:sp>
      <p:sp>
        <p:nvSpPr>
          <p:cNvPr id="74" name="Google Shape;74;p1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type="vertTx">
  <p:cSld name="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1" type="vertTitleAndTx">
  <p:cSld name="VERTICAL_TITLE_AND_VERTICAL_TEX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rot="5400000">
            <a:off x="5350073" y="1467446"/>
            <a:ext cx="4358879" cy="1971675"/>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3"/>
          <p:cNvSpPr txBox="1">
            <a:spLocks noGrp="1"/>
          </p:cNvSpPr>
          <p:nvPr>
            <p:ph type="body" idx="1"/>
          </p:nvPr>
        </p:nvSpPr>
        <p:spPr>
          <a:xfrm rot="5400000">
            <a:off x="1349573" y="-447079"/>
            <a:ext cx="4358879" cy="5800725"/>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6" name="Google Shape;86;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entury Gothic"/>
              <a:buNone/>
              <a:defRPr sz="3300" b="0"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entury Gothic"/>
                <a:ea typeface="Century Gothic"/>
                <a:cs typeface="Century Gothic"/>
                <a:sym typeface="Century Gothic"/>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5pPr>
            <a:lvl6pPr marL="2743200" marR="0" lvl="5"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6pPr>
            <a:lvl7pPr marL="3200400" marR="0" lvl="6"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7pPr>
            <a:lvl8pPr marL="3657600" marR="0" lvl="7"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8pPr>
            <a:lvl9pPr marL="4114800" marR="0" lvl="8"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entury Gothic"/>
                <a:ea typeface="Century Gothic"/>
                <a:cs typeface="Century Gothic"/>
                <a:sym typeface="Century Gothic"/>
              </a:defRPr>
            </a:lvl1pPr>
            <a:lvl2pPr marL="0" marR="0" lvl="1" indent="0" algn="r" rtl="0">
              <a:spcBef>
                <a:spcPts val="0"/>
              </a:spcBef>
              <a:buNone/>
              <a:defRPr sz="9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9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9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9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9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9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9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9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www.aris-cc.com/"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4"/>
          <p:cNvSpPr/>
          <p:nvPr/>
        </p:nvSpPr>
        <p:spPr>
          <a:xfrm rot="10800000" flipH="1">
            <a:off x="615167" y="2250711"/>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96" name="Google Shape;96;p14"/>
          <p:cNvSpPr/>
          <p:nvPr/>
        </p:nvSpPr>
        <p:spPr>
          <a:xfrm rot="10800000" flipH="1">
            <a:off x="8425022" y="4406721"/>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97" name="Google Shape;97;p14"/>
          <p:cNvSpPr/>
          <p:nvPr/>
        </p:nvSpPr>
        <p:spPr>
          <a:xfrm rot="10800000" flipH="1">
            <a:off x="-143251" y="-437864"/>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99" name="Google Shape;99;p14"/>
          <p:cNvSpPr/>
          <p:nvPr/>
        </p:nvSpPr>
        <p:spPr>
          <a:xfrm rot="10800000" flipH="1">
            <a:off x="7980741" y="3057525"/>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101" name="Google Shape;101;p14"/>
          <p:cNvGrpSpPr/>
          <p:nvPr/>
        </p:nvGrpSpPr>
        <p:grpSpPr>
          <a:xfrm>
            <a:off x="-908118" y="3650775"/>
            <a:ext cx="2223407" cy="2219325"/>
            <a:chOff x="-1266371" y="4076700"/>
            <a:chExt cx="4165600" cy="4165600"/>
          </a:xfrm>
        </p:grpSpPr>
        <p:sp>
          <p:nvSpPr>
            <p:cNvPr id="102" name="Google Shape;102;p14"/>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103" name="Google Shape;103;p14"/>
            <p:cNvGrpSpPr/>
            <p:nvPr/>
          </p:nvGrpSpPr>
          <p:grpSpPr>
            <a:xfrm>
              <a:off x="-1266371" y="4076700"/>
              <a:ext cx="4165600" cy="4165600"/>
              <a:chOff x="-1266371" y="4076700"/>
              <a:chExt cx="4165600" cy="4165600"/>
            </a:xfrm>
          </p:grpSpPr>
          <p:sp>
            <p:nvSpPr>
              <p:cNvPr id="104" name="Google Shape;104;p14"/>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5" name="Google Shape;105;p14"/>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6" name="Google Shape;106;p14"/>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107" name="Google Shape;107;p14"/>
          <p:cNvGrpSpPr/>
          <p:nvPr/>
        </p:nvGrpSpPr>
        <p:grpSpPr>
          <a:xfrm>
            <a:off x="7812638" y="-910944"/>
            <a:ext cx="2539675" cy="2565930"/>
            <a:chOff x="9124043" y="-2040757"/>
            <a:chExt cx="5462814" cy="5549784"/>
          </a:xfrm>
        </p:grpSpPr>
        <p:sp>
          <p:nvSpPr>
            <p:cNvPr id="108" name="Google Shape;108;p14"/>
            <p:cNvSpPr/>
            <p:nvPr/>
          </p:nvSpPr>
          <p:spPr>
            <a:xfrm>
              <a:off x="9471164" y="-1684282"/>
              <a:ext cx="4768572" cy="4768572"/>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109" name="Google Shape;109;p14"/>
            <p:cNvGrpSpPr/>
            <p:nvPr/>
          </p:nvGrpSpPr>
          <p:grpSpPr>
            <a:xfrm>
              <a:off x="9124043" y="-2040757"/>
              <a:ext cx="5462814" cy="5549784"/>
              <a:chOff x="9124043" y="-2040757"/>
              <a:chExt cx="5462814" cy="5549784"/>
            </a:xfrm>
          </p:grpSpPr>
          <p:sp>
            <p:nvSpPr>
              <p:cNvPr id="110" name="Google Shape;110;p14"/>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11" name="Google Shape;111;p14"/>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12" name="Google Shape;112;p14"/>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sp>
        <p:nvSpPr>
          <p:cNvPr id="116" name="Google Shape;116;p14"/>
          <p:cNvSpPr/>
          <p:nvPr/>
        </p:nvSpPr>
        <p:spPr>
          <a:xfrm rot="10800000" flipH="1">
            <a:off x="2139176" y="4760437"/>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17" name="Google Shape;117;p14"/>
          <p:cNvSpPr txBox="1"/>
          <p:nvPr/>
        </p:nvSpPr>
        <p:spPr>
          <a:xfrm>
            <a:off x="0" y="1070355"/>
            <a:ext cx="8968291" cy="630198"/>
          </a:xfrm>
          <a:prstGeom prst="rect">
            <a:avLst/>
          </a:prstGeom>
          <a:noFill/>
          <a:ln>
            <a:noFill/>
          </a:ln>
        </p:spPr>
        <p:txBody>
          <a:bodyPr spcFirstLastPara="1" wrap="square" lIns="68575" tIns="34275" rIns="68575" bIns="34275" anchor="t" anchorCtr="0">
            <a:noAutofit/>
          </a:bodyPr>
          <a:lstStyle/>
          <a:p>
            <a:pPr lvl="0" algn="ctr"/>
            <a:r>
              <a:rPr lang="fr-FR" sz="2000" dirty="0">
                <a:solidFill>
                  <a:srgbClr val="3F3F3F"/>
                </a:solidFill>
                <a:latin typeface="Century Gothic"/>
                <a:ea typeface="Century Gothic"/>
                <a:cs typeface="Century Gothic"/>
                <a:sym typeface="Century Gothic"/>
              </a:rPr>
              <a:t>UNIVERSITE DE FIANARANTSOA</a:t>
            </a:r>
          </a:p>
          <a:p>
            <a:pPr lvl="0" algn="ctr"/>
            <a:r>
              <a:rPr lang="fr-FR" sz="2000" dirty="0">
                <a:solidFill>
                  <a:srgbClr val="3F3F3F"/>
                </a:solidFill>
                <a:latin typeface="Century Gothic"/>
                <a:ea typeface="Century Gothic"/>
                <a:cs typeface="Century Gothic"/>
                <a:sym typeface="Century Gothic"/>
              </a:rPr>
              <a:t>ECOLE DE MANAGEMENT ET D’INNOVATION TECHNOLOGIQUE</a:t>
            </a:r>
            <a:endParaRPr sz="2000" dirty="0">
              <a:solidFill>
                <a:srgbClr val="3F3F3F"/>
              </a:solidFill>
              <a:latin typeface="Century Gothic"/>
              <a:ea typeface="Century Gothic"/>
              <a:cs typeface="Century Gothic"/>
              <a:sym typeface="Century Gothic"/>
            </a:endParaRPr>
          </a:p>
        </p:txBody>
      </p:sp>
      <p:sp>
        <p:nvSpPr>
          <p:cNvPr id="118" name="Google Shape;118;p14"/>
          <p:cNvSpPr txBox="1"/>
          <p:nvPr/>
        </p:nvSpPr>
        <p:spPr>
          <a:xfrm>
            <a:off x="5847705" y="4760437"/>
            <a:ext cx="2642337" cy="339495"/>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Année-Universitaire : 2024 - 2025</a:t>
            </a:r>
            <a:endParaRPr sz="1200" dirty="0">
              <a:solidFill>
                <a:srgbClr val="3F3F3F"/>
              </a:solidFill>
              <a:latin typeface="Century Gothic"/>
              <a:ea typeface="Century Gothic"/>
              <a:cs typeface="Century Gothic"/>
              <a:sym typeface="Century Gothic"/>
            </a:endParaRPr>
          </a:p>
        </p:txBody>
      </p:sp>
      <p:pic>
        <p:nvPicPr>
          <p:cNvPr id="3" name="Image 2">
            <a:extLst>
              <a:ext uri="{FF2B5EF4-FFF2-40B4-BE49-F238E27FC236}">
                <a16:creationId xmlns="" xmlns:a16="http://schemas.microsoft.com/office/drawing/2014/main" id="{0F9010B8-57D3-45D2-A470-AE637274856D}"/>
              </a:ext>
            </a:extLst>
          </p:cNvPr>
          <p:cNvPicPr>
            <a:picLocks noChangeAspect="1"/>
          </p:cNvPicPr>
          <p:nvPr/>
        </p:nvPicPr>
        <p:blipFill>
          <a:blip r:embed="rId3"/>
          <a:srcRect/>
          <a:stretch/>
        </p:blipFill>
        <p:spPr>
          <a:xfrm>
            <a:off x="1088168" y="123016"/>
            <a:ext cx="689664" cy="850132"/>
          </a:xfrm>
          <a:prstGeom prst="rect">
            <a:avLst/>
          </a:prstGeom>
        </p:spPr>
      </p:pic>
      <p:pic>
        <p:nvPicPr>
          <p:cNvPr id="5" name="Image 4">
            <a:extLst>
              <a:ext uri="{FF2B5EF4-FFF2-40B4-BE49-F238E27FC236}">
                <a16:creationId xmlns="" xmlns:a16="http://schemas.microsoft.com/office/drawing/2014/main" id="{0499C3E2-609F-43C4-A11C-4D4F9B7B7A44}"/>
              </a:ext>
            </a:extLst>
          </p:cNvPr>
          <p:cNvPicPr>
            <a:picLocks noChangeAspect="1"/>
          </p:cNvPicPr>
          <p:nvPr/>
        </p:nvPicPr>
        <p:blipFill>
          <a:blip r:embed="rId4"/>
          <a:srcRect/>
          <a:stretch/>
        </p:blipFill>
        <p:spPr>
          <a:xfrm>
            <a:off x="2063549" y="331846"/>
            <a:ext cx="850132" cy="434997"/>
          </a:xfrm>
          <a:prstGeom prst="rect">
            <a:avLst/>
          </a:prstGeom>
        </p:spPr>
      </p:pic>
      <p:sp>
        <p:nvSpPr>
          <p:cNvPr id="8" name="Rectangle 7">
            <a:extLst>
              <a:ext uri="{FF2B5EF4-FFF2-40B4-BE49-F238E27FC236}">
                <a16:creationId xmlns="" xmlns:a16="http://schemas.microsoft.com/office/drawing/2014/main" id="{311DDF04-64FD-4FC6-8B16-38C2E067A59A}"/>
              </a:ext>
            </a:extLst>
          </p:cNvPr>
          <p:cNvSpPr/>
          <p:nvPr/>
        </p:nvSpPr>
        <p:spPr>
          <a:xfrm>
            <a:off x="2261302" y="1772201"/>
            <a:ext cx="4430486" cy="4571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sp>
        <p:nvSpPr>
          <p:cNvPr id="35" name="Google Shape;118;p14">
            <a:extLst>
              <a:ext uri="{FF2B5EF4-FFF2-40B4-BE49-F238E27FC236}">
                <a16:creationId xmlns="" xmlns:a16="http://schemas.microsoft.com/office/drawing/2014/main" id="{5E0658DA-28F0-4566-928F-44313735B076}"/>
              </a:ext>
            </a:extLst>
          </p:cNvPr>
          <p:cNvSpPr txBox="1"/>
          <p:nvPr/>
        </p:nvSpPr>
        <p:spPr>
          <a:xfrm>
            <a:off x="1648047" y="4334728"/>
            <a:ext cx="6275289" cy="339495"/>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600" dirty="0">
                <a:solidFill>
                  <a:srgbClr val="3F3F3F"/>
                </a:solidFill>
                <a:latin typeface="Century Gothic"/>
                <a:ea typeface="Century Gothic"/>
                <a:cs typeface="Century Gothic"/>
                <a:sym typeface="Century Gothic"/>
              </a:rPr>
              <a:t>Présenté par </a:t>
            </a:r>
            <a:r>
              <a:rPr lang="fr-FR" sz="1600" b="1" dirty="0">
                <a:solidFill>
                  <a:srgbClr val="3F3F3F"/>
                </a:solidFill>
                <a:latin typeface="Century Gothic"/>
                <a:ea typeface="Century Gothic"/>
                <a:cs typeface="Century Gothic"/>
                <a:sym typeface="Century Gothic"/>
              </a:rPr>
              <a:t>FANOMEZANTSOA </a:t>
            </a:r>
            <a:r>
              <a:rPr lang="fr-FR" sz="1600" b="1" dirty="0" err="1">
                <a:solidFill>
                  <a:srgbClr val="3F3F3F"/>
                </a:solidFill>
                <a:latin typeface="Century Gothic"/>
                <a:ea typeface="Century Gothic"/>
                <a:cs typeface="Century Gothic"/>
                <a:sym typeface="Century Gothic"/>
              </a:rPr>
              <a:t>Maminiaina</a:t>
            </a:r>
            <a:r>
              <a:rPr lang="fr-FR" sz="1600" b="1" dirty="0">
                <a:solidFill>
                  <a:srgbClr val="3F3F3F"/>
                </a:solidFill>
                <a:latin typeface="Century Gothic"/>
                <a:ea typeface="Century Gothic"/>
                <a:cs typeface="Century Gothic"/>
                <a:sym typeface="Century Gothic"/>
              </a:rPr>
              <a:t> </a:t>
            </a:r>
            <a:r>
              <a:rPr lang="fr-FR" sz="1600" b="1" dirty="0" err="1">
                <a:solidFill>
                  <a:srgbClr val="3F3F3F"/>
                </a:solidFill>
                <a:latin typeface="Century Gothic"/>
                <a:ea typeface="Century Gothic"/>
                <a:cs typeface="Century Gothic"/>
                <a:sym typeface="Century Gothic"/>
              </a:rPr>
              <a:t>Sitraka</a:t>
            </a:r>
            <a:endParaRPr sz="1600" dirty="0">
              <a:solidFill>
                <a:srgbClr val="3F3F3F"/>
              </a:solidFill>
              <a:latin typeface="Century Gothic"/>
              <a:ea typeface="Century Gothic"/>
              <a:cs typeface="Century Gothic"/>
              <a:sym typeface="Century Gothic"/>
            </a:endParaRPr>
          </a:p>
        </p:txBody>
      </p:sp>
      <p:sp>
        <p:nvSpPr>
          <p:cNvPr id="27" name="Google Shape;118;p14">
            <a:extLst>
              <a:ext uri="{FF2B5EF4-FFF2-40B4-BE49-F238E27FC236}">
                <a16:creationId xmlns="" xmlns:a16="http://schemas.microsoft.com/office/drawing/2014/main" id="{A1204151-5064-4F89-A3F7-3A86FB49FE74}"/>
              </a:ext>
            </a:extLst>
          </p:cNvPr>
          <p:cNvSpPr txBox="1"/>
          <p:nvPr/>
        </p:nvSpPr>
        <p:spPr>
          <a:xfrm>
            <a:off x="2139175" y="1912967"/>
            <a:ext cx="4669972" cy="493556"/>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b="1" dirty="0">
                <a:solidFill>
                  <a:srgbClr val="3F3F3F"/>
                </a:solidFill>
                <a:latin typeface="Century Gothic"/>
                <a:ea typeface="Century Gothic"/>
                <a:cs typeface="Century Gothic"/>
                <a:sym typeface="Century Gothic"/>
              </a:rPr>
              <a:t>Mémoire de fin d’études en vue de l’obtention du diplôme de Licence Professionnelle en Informatique</a:t>
            </a:r>
            <a:endParaRPr b="1" dirty="0">
              <a:solidFill>
                <a:srgbClr val="3F3F3F"/>
              </a:solidFill>
              <a:latin typeface="Century Gothic"/>
              <a:ea typeface="Century Gothic"/>
              <a:cs typeface="Century Gothic"/>
              <a:sym typeface="Century Gothic"/>
            </a:endParaRPr>
          </a:p>
        </p:txBody>
      </p:sp>
      <p:sp>
        <p:nvSpPr>
          <p:cNvPr id="28" name="Google Shape;118;p14">
            <a:extLst>
              <a:ext uri="{FF2B5EF4-FFF2-40B4-BE49-F238E27FC236}">
                <a16:creationId xmlns="" xmlns:a16="http://schemas.microsoft.com/office/drawing/2014/main" id="{C77D7B07-B087-499D-920E-2405CE5423BC}"/>
              </a:ext>
            </a:extLst>
          </p:cNvPr>
          <p:cNvSpPr txBox="1"/>
          <p:nvPr/>
        </p:nvSpPr>
        <p:spPr>
          <a:xfrm>
            <a:off x="2139175" y="2573557"/>
            <a:ext cx="4928939" cy="676073"/>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Mention : Informatique</a:t>
            </a:r>
          </a:p>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Parcours : Développement d’Application Internet/Intranet(DA2I)</a:t>
            </a:r>
          </a:p>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Intitulé :</a:t>
            </a:r>
            <a:endParaRPr sz="1200" dirty="0">
              <a:solidFill>
                <a:srgbClr val="3F3F3F"/>
              </a:solidFill>
              <a:latin typeface="Century Gothic"/>
              <a:ea typeface="Century Gothic"/>
              <a:cs typeface="Century Gothic"/>
              <a:sym typeface="Century Gothic"/>
            </a:endParaRPr>
          </a:p>
        </p:txBody>
      </p:sp>
      <p:sp>
        <p:nvSpPr>
          <p:cNvPr id="2" name="Zone de texte 325">
            <a:extLst>
              <a:ext uri="{FF2B5EF4-FFF2-40B4-BE49-F238E27FC236}">
                <a16:creationId xmlns="" xmlns:a16="http://schemas.microsoft.com/office/drawing/2014/main" id="{247BB7A4-8C7B-274A-70DC-D768C7584655}"/>
              </a:ext>
            </a:extLst>
          </p:cNvPr>
          <p:cNvSpPr txBox="1">
            <a:spLocks noChangeArrowheads="1"/>
          </p:cNvSpPr>
          <p:nvPr/>
        </p:nvSpPr>
        <p:spPr bwMode="auto">
          <a:xfrm>
            <a:off x="1648047" y="3194099"/>
            <a:ext cx="5924550" cy="1170468"/>
          </a:xfrm>
          <a:prstGeom prst="rect">
            <a:avLst/>
          </a:prstGeom>
          <a:noFill/>
          <a:ln w="19050">
            <a:solidFill>
              <a:srgbClr val="FFFF00"/>
            </a:solidFill>
            <a:miter lim="800000"/>
            <a:headEnd/>
            <a:tailEnd/>
          </a:ln>
          <a:effectLst>
            <a:softEdge rad="63500"/>
          </a:effectLst>
        </p:spPr>
        <p:txBody>
          <a:bodyPr rot="0" vert="horz" wrap="square" lIns="91440" tIns="45720" rIns="91440" bIns="45720" anchor="t" anchorCtr="0" upright="1">
            <a:noAutofit/>
            <a:scene3d>
              <a:camera prst="orthographicFront"/>
              <a:lightRig rig="threePt" dir="t"/>
            </a:scene3d>
            <a:sp3d>
              <a:bevelB w="38100" h="38100"/>
            </a:sp3d>
          </a:bodyPr>
          <a:lstStyle/>
          <a:p>
            <a:pPr algn="ctr">
              <a:lnSpc>
                <a:spcPct val="107000"/>
              </a:lnSpc>
              <a:spcAft>
                <a:spcPts val="800"/>
              </a:spcAft>
            </a:pPr>
            <a:r>
              <a:rPr lang="fr-FR" sz="1800" b="1" dirty="0" smtClean="0">
                <a:latin typeface="Times New Roman" pitchFamily="18" charset="0"/>
                <a:cs typeface="Times New Roman" pitchFamily="18" charset="0"/>
              </a:rPr>
              <a:t>Conception et réalisation d’une application de gestion de pointage et suivi d'activité en temps réel des employés au sein d’Aris concept</a:t>
            </a:r>
          </a:p>
          <a:p>
            <a:pPr algn="ctr">
              <a:lnSpc>
                <a:spcPct val="107000"/>
              </a:lnSpc>
              <a:spcAft>
                <a:spcPts val="800"/>
              </a:spcAft>
            </a:pP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a:extLst>
              <a:ext uri="{FF2B5EF4-FFF2-40B4-BE49-F238E27FC236}">
                <a16:creationId xmlns="" xmlns:a16="http://schemas.microsoft.com/office/drawing/2014/main" id="{EC340EF6-C319-54E9-BA42-9ED9C7D672E9}"/>
              </a:ext>
            </a:extLst>
          </p:cNvPr>
          <p:cNvPicPr>
            <a:picLocks noChangeAspect="1"/>
          </p:cNvPicPr>
          <p:nvPr/>
        </p:nvPicPr>
        <p:blipFill>
          <a:blip r:embed="rId5"/>
          <a:stretch>
            <a:fillRect/>
          </a:stretch>
        </p:blipFill>
        <p:spPr>
          <a:xfrm>
            <a:off x="6691789" y="97156"/>
            <a:ext cx="959471" cy="8759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101"/>
                                        </p:tgtEl>
                                        <p:attrNameLst>
                                          <p:attrName>r</p:attrName>
                                        </p:attrNameLst>
                                      </p:cBhvr>
                                    </p:animRot>
                                  </p:childTnLst>
                                </p:cTn>
                              </p:par>
                              <p:par>
                                <p:cTn id="7" presetID="8" presetClass="emph" presetSubtype="0" fill="hold" nodeType="withEffect">
                                  <p:stCondLst>
                                    <p:cond delay="0"/>
                                  </p:stCondLst>
                                  <p:childTnLst>
                                    <p:animRot by="-21600000">
                                      <p:cBhvr>
                                        <p:cTn id="8" dur="10000" fill="hold"/>
                                        <p:tgtEl>
                                          <p:spTgt spid="107"/>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additive="base">
                                        <p:cTn id="11" dur="250"/>
                                        <p:tgtEl>
                                          <p:spTgt spid="95"/>
                                        </p:tgtEl>
                                        <p:attrNameLst>
                                          <p:attrName>ppt_w</p:attrName>
                                        </p:attrNameLst>
                                      </p:cBhvr>
                                      <p:tavLst>
                                        <p:tav tm="0">
                                          <p:val>
                                            <p:strVal val="0"/>
                                          </p:val>
                                        </p:tav>
                                        <p:tav tm="100000">
                                          <p:val>
                                            <p:strVal val="#ppt_w"/>
                                          </p:val>
                                        </p:tav>
                                      </p:tavLst>
                                    </p:anim>
                                    <p:anim calcmode="lin" valueType="num">
                                      <p:cBhvr additive="base">
                                        <p:cTn id="12" dur="250"/>
                                        <p:tgtEl>
                                          <p:spTgt spid="95"/>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250"/>
                                        <p:tgtEl>
                                          <p:spTgt spid="99"/>
                                        </p:tgtEl>
                                        <p:attrNameLst>
                                          <p:attrName>ppt_w</p:attrName>
                                        </p:attrNameLst>
                                      </p:cBhvr>
                                      <p:tavLst>
                                        <p:tav tm="0">
                                          <p:val>
                                            <p:strVal val="0"/>
                                          </p:val>
                                        </p:tav>
                                        <p:tav tm="100000">
                                          <p:val>
                                            <p:strVal val="#ppt_w"/>
                                          </p:val>
                                        </p:tav>
                                      </p:tavLst>
                                    </p:anim>
                                    <p:anim calcmode="lin" valueType="num">
                                      <p:cBhvr additive="base">
                                        <p:cTn id="16" dur="250"/>
                                        <p:tgtEl>
                                          <p:spTgt spid="99"/>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16"/>
                                        </p:tgtEl>
                                        <p:attrNameLst>
                                          <p:attrName>style.visibility</p:attrName>
                                        </p:attrNameLst>
                                      </p:cBhvr>
                                      <p:to>
                                        <p:strVal val="visible"/>
                                      </p:to>
                                    </p:set>
                                    <p:anim calcmode="lin" valueType="num">
                                      <p:cBhvr additive="base">
                                        <p:cTn id="19" dur="250"/>
                                        <p:tgtEl>
                                          <p:spTgt spid="116"/>
                                        </p:tgtEl>
                                        <p:attrNameLst>
                                          <p:attrName>ppt_w</p:attrName>
                                        </p:attrNameLst>
                                      </p:cBhvr>
                                      <p:tavLst>
                                        <p:tav tm="0">
                                          <p:val>
                                            <p:strVal val="0"/>
                                          </p:val>
                                        </p:tav>
                                        <p:tav tm="100000">
                                          <p:val>
                                            <p:strVal val="#ppt_w"/>
                                          </p:val>
                                        </p:tav>
                                      </p:tavLst>
                                    </p:anim>
                                    <p:anim calcmode="lin" valueType="num">
                                      <p:cBhvr additive="base">
                                        <p:cTn id="20" dur="250"/>
                                        <p:tgtEl>
                                          <p:spTgt spid="116"/>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96"/>
                                        </p:tgtEl>
                                        <p:attrNameLst>
                                          <p:attrName>style.visibility</p:attrName>
                                        </p:attrNameLst>
                                      </p:cBhvr>
                                      <p:to>
                                        <p:strVal val="visible"/>
                                      </p:to>
                                    </p:set>
                                    <p:anim calcmode="lin" valueType="num">
                                      <p:cBhvr additive="base">
                                        <p:cTn id="23" dur="250"/>
                                        <p:tgtEl>
                                          <p:spTgt spid="96"/>
                                        </p:tgtEl>
                                        <p:attrNameLst>
                                          <p:attrName>ppt_w</p:attrName>
                                        </p:attrNameLst>
                                      </p:cBhvr>
                                      <p:tavLst>
                                        <p:tav tm="0">
                                          <p:val>
                                            <p:strVal val="0"/>
                                          </p:val>
                                        </p:tav>
                                        <p:tav tm="100000">
                                          <p:val>
                                            <p:strVal val="#ppt_w"/>
                                          </p:val>
                                        </p:tav>
                                      </p:tavLst>
                                    </p:anim>
                                    <p:anim calcmode="lin" valueType="num">
                                      <p:cBhvr additive="base">
                                        <p:cTn id="24" dur="250"/>
                                        <p:tgtEl>
                                          <p:spTgt spid="96"/>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97"/>
                                        </p:tgtEl>
                                        <p:attrNameLst>
                                          <p:attrName>style.visibility</p:attrName>
                                        </p:attrNameLst>
                                      </p:cBhvr>
                                      <p:to>
                                        <p:strVal val="visible"/>
                                      </p:to>
                                    </p:set>
                                    <p:anim calcmode="lin" valueType="num">
                                      <p:cBhvr additive="base">
                                        <p:cTn id="27" dur="250"/>
                                        <p:tgtEl>
                                          <p:spTgt spid="97"/>
                                        </p:tgtEl>
                                        <p:attrNameLst>
                                          <p:attrName>ppt_w</p:attrName>
                                        </p:attrNameLst>
                                      </p:cBhvr>
                                      <p:tavLst>
                                        <p:tav tm="0">
                                          <p:val>
                                            <p:strVal val="0"/>
                                          </p:val>
                                        </p:tav>
                                        <p:tav tm="100000">
                                          <p:val>
                                            <p:strVal val="#ppt_w"/>
                                          </p:val>
                                        </p:tav>
                                      </p:tavLst>
                                    </p:anim>
                                    <p:anim calcmode="lin" valueType="num">
                                      <p:cBhvr additive="base">
                                        <p:cTn id="28" dur="250"/>
                                        <p:tgtEl>
                                          <p:spTgt spid="97"/>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117"/>
                                        </p:tgtEl>
                                        <p:attrNameLst>
                                          <p:attrName>style.visibility</p:attrName>
                                        </p:attrNameLst>
                                      </p:cBhvr>
                                      <p:to>
                                        <p:strVal val="visible"/>
                                      </p:to>
                                    </p:set>
                                    <p:animEffect transition="in" filter="fade">
                                      <p:cBhvr>
                                        <p:cTn id="31" dur="500"/>
                                        <p:tgtEl>
                                          <p:spTgt spid="117"/>
                                        </p:tgtEl>
                                      </p:cBhvr>
                                    </p:animEffect>
                                  </p:childTnLst>
                                </p:cTn>
                              </p:par>
                              <p:par>
                                <p:cTn id="32" presetID="10" presetClass="entr" presetSubtype="0" fill="hold" nodeType="withEffect">
                                  <p:stCondLst>
                                    <p:cond delay="500"/>
                                  </p:stCondLst>
                                  <p:childTnLst>
                                    <p:set>
                                      <p:cBhvr>
                                        <p:cTn id="33" dur="1" fill="hold">
                                          <p:stCondLst>
                                            <p:cond delay="0"/>
                                          </p:stCondLst>
                                        </p:cTn>
                                        <p:tgtEl>
                                          <p:spTgt spid="118"/>
                                        </p:tgtEl>
                                        <p:attrNameLst>
                                          <p:attrName>style.visibility</p:attrName>
                                        </p:attrNameLst>
                                      </p:cBhvr>
                                      <p:to>
                                        <p:strVal val="visible"/>
                                      </p:to>
                                    </p:set>
                                    <p:animEffect transition="in" filter="fade">
                                      <p:cBhvr>
                                        <p:cTn id="34" dur="500"/>
                                        <p:tgtEl>
                                          <p:spTgt spid="118"/>
                                        </p:tgtEl>
                                      </p:cBhvr>
                                    </p:animEffect>
                                  </p:childTnLst>
                                </p:cTn>
                              </p:par>
                              <p:par>
                                <p:cTn id="35" presetID="10" presetClass="entr" presetSubtype="0" fill="hold" nodeType="withEffect">
                                  <p:stCondLst>
                                    <p:cond delay="50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nodeType="withEffect">
                                  <p:stCondLst>
                                    <p:cond delay="50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nodeType="withEffect">
                                  <p:stCondLst>
                                    <p:cond delay="50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randombar(horizontal)">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8" name="Google Shape;748;p39"/>
          <p:cNvSpPr/>
          <p:nvPr/>
        </p:nvSpPr>
        <p:spPr>
          <a:xfrm rot="10800000" flipH="1">
            <a:off x="621497" y="2001593"/>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49" name="Google Shape;749;p39"/>
          <p:cNvSpPr/>
          <p:nvPr/>
        </p:nvSpPr>
        <p:spPr>
          <a:xfrm rot="10800000" flipH="1">
            <a:off x="7944520" y="4415168"/>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50" name="Google Shape;750;p39"/>
          <p:cNvSpPr/>
          <p:nvPr/>
        </p:nvSpPr>
        <p:spPr>
          <a:xfrm rot="10800000" flipH="1">
            <a:off x="777309" y="-452250"/>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51" name="Google Shape;751;p39"/>
          <p:cNvSpPr txBox="1"/>
          <p:nvPr/>
        </p:nvSpPr>
        <p:spPr>
          <a:xfrm>
            <a:off x="1210223" y="1901192"/>
            <a:ext cx="6269937" cy="1005026"/>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6000" b="1" dirty="0">
                <a:solidFill>
                  <a:srgbClr val="3F3F3F"/>
                </a:solidFill>
                <a:latin typeface="Century Gothic"/>
                <a:ea typeface="Century Gothic"/>
                <a:cs typeface="Century Gothic"/>
                <a:sym typeface="Century Gothic"/>
              </a:rPr>
              <a:t>REMERCIEMENTS</a:t>
            </a:r>
            <a:endParaRPr sz="6600" b="1" dirty="0">
              <a:solidFill>
                <a:srgbClr val="3F3F3F"/>
              </a:solidFill>
              <a:latin typeface="Century Gothic"/>
              <a:ea typeface="Century Gothic"/>
              <a:cs typeface="Century Gothic"/>
              <a:sym typeface="Century Gothic"/>
            </a:endParaRPr>
          </a:p>
        </p:txBody>
      </p:sp>
      <p:sp>
        <p:nvSpPr>
          <p:cNvPr id="752" name="Google Shape;752;p39"/>
          <p:cNvSpPr/>
          <p:nvPr/>
        </p:nvSpPr>
        <p:spPr>
          <a:xfrm rot="10800000" flipH="1">
            <a:off x="5304928" y="4188080"/>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754" name="Google Shape;754;p39"/>
          <p:cNvGrpSpPr/>
          <p:nvPr/>
        </p:nvGrpSpPr>
        <p:grpSpPr>
          <a:xfrm>
            <a:off x="-949778" y="3057525"/>
            <a:ext cx="3124200" cy="3124200"/>
            <a:chOff x="-1266371" y="4076700"/>
            <a:chExt cx="4165600" cy="4165600"/>
          </a:xfrm>
        </p:grpSpPr>
        <p:sp>
          <p:nvSpPr>
            <p:cNvPr id="755" name="Google Shape;755;p39"/>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56" name="Google Shape;756;p39"/>
            <p:cNvGrpSpPr/>
            <p:nvPr/>
          </p:nvGrpSpPr>
          <p:grpSpPr>
            <a:xfrm>
              <a:off x="-1266371" y="4076700"/>
              <a:ext cx="4165600" cy="4165600"/>
              <a:chOff x="-1266371" y="4076700"/>
              <a:chExt cx="4165600" cy="4165600"/>
            </a:xfrm>
          </p:grpSpPr>
          <p:sp>
            <p:nvSpPr>
              <p:cNvPr id="757" name="Google Shape;757;p39"/>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58" name="Google Shape;758;p39"/>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59" name="Google Shape;759;p39"/>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760" name="Google Shape;760;p39"/>
          <p:cNvGrpSpPr/>
          <p:nvPr/>
        </p:nvGrpSpPr>
        <p:grpSpPr>
          <a:xfrm>
            <a:off x="6843032" y="-1530568"/>
            <a:ext cx="4097111" cy="4162338"/>
            <a:chOff x="9124043" y="-2040757"/>
            <a:chExt cx="5462814" cy="5549784"/>
          </a:xfrm>
        </p:grpSpPr>
        <p:sp>
          <p:nvSpPr>
            <p:cNvPr id="761" name="Google Shape;761;p39"/>
            <p:cNvSpPr/>
            <p:nvPr/>
          </p:nvSpPr>
          <p:spPr>
            <a:xfrm>
              <a:off x="9471164" y="-1684282"/>
              <a:ext cx="4768572" cy="4768572"/>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62" name="Google Shape;762;p39"/>
            <p:cNvGrpSpPr/>
            <p:nvPr/>
          </p:nvGrpSpPr>
          <p:grpSpPr>
            <a:xfrm>
              <a:off x="9124043" y="-2040757"/>
              <a:ext cx="5462814" cy="5549784"/>
              <a:chOff x="9124043" y="-2040757"/>
              <a:chExt cx="5462814" cy="5549784"/>
            </a:xfrm>
          </p:grpSpPr>
          <p:sp>
            <p:nvSpPr>
              <p:cNvPr id="763" name="Google Shape;763;p39"/>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64" name="Google Shape;764;p39"/>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65" name="Google Shape;765;p39"/>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sp>
        <p:nvSpPr>
          <p:cNvPr id="769" name="Google Shape;769;p39"/>
          <p:cNvSpPr/>
          <p:nvPr/>
        </p:nvSpPr>
        <p:spPr>
          <a:xfrm rot="10800000" flipH="1">
            <a:off x="6460565" y="991066"/>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82509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754"/>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760"/>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748"/>
                                        </p:tgtEl>
                                        <p:attrNameLst>
                                          <p:attrName>style.visibility</p:attrName>
                                        </p:attrNameLst>
                                      </p:cBhvr>
                                      <p:to>
                                        <p:strVal val="visible"/>
                                      </p:to>
                                    </p:set>
                                    <p:anim calcmode="lin" valueType="num">
                                      <p:cBhvr additive="base">
                                        <p:cTn id="11" dur="250"/>
                                        <p:tgtEl>
                                          <p:spTgt spid="748"/>
                                        </p:tgtEl>
                                        <p:attrNameLst>
                                          <p:attrName>ppt_w</p:attrName>
                                        </p:attrNameLst>
                                      </p:cBhvr>
                                      <p:tavLst>
                                        <p:tav tm="0">
                                          <p:val>
                                            <p:strVal val="0"/>
                                          </p:val>
                                        </p:tav>
                                        <p:tav tm="100000">
                                          <p:val>
                                            <p:strVal val="#ppt_w"/>
                                          </p:val>
                                        </p:tav>
                                      </p:tavLst>
                                    </p:anim>
                                    <p:anim calcmode="lin" valueType="num">
                                      <p:cBhvr additive="base">
                                        <p:cTn id="12" dur="250"/>
                                        <p:tgtEl>
                                          <p:spTgt spid="748"/>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752"/>
                                        </p:tgtEl>
                                        <p:attrNameLst>
                                          <p:attrName>style.visibility</p:attrName>
                                        </p:attrNameLst>
                                      </p:cBhvr>
                                      <p:to>
                                        <p:strVal val="visible"/>
                                      </p:to>
                                    </p:set>
                                    <p:anim calcmode="lin" valueType="num">
                                      <p:cBhvr additive="base">
                                        <p:cTn id="15" dur="250"/>
                                        <p:tgtEl>
                                          <p:spTgt spid="752"/>
                                        </p:tgtEl>
                                        <p:attrNameLst>
                                          <p:attrName>ppt_w</p:attrName>
                                        </p:attrNameLst>
                                      </p:cBhvr>
                                      <p:tavLst>
                                        <p:tav tm="0">
                                          <p:val>
                                            <p:strVal val="0"/>
                                          </p:val>
                                        </p:tav>
                                        <p:tav tm="100000">
                                          <p:val>
                                            <p:strVal val="#ppt_w"/>
                                          </p:val>
                                        </p:tav>
                                      </p:tavLst>
                                    </p:anim>
                                    <p:anim calcmode="lin" valueType="num">
                                      <p:cBhvr additive="base">
                                        <p:cTn id="16" dur="250"/>
                                        <p:tgtEl>
                                          <p:spTgt spid="752"/>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769"/>
                                        </p:tgtEl>
                                        <p:attrNameLst>
                                          <p:attrName>style.visibility</p:attrName>
                                        </p:attrNameLst>
                                      </p:cBhvr>
                                      <p:to>
                                        <p:strVal val="visible"/>
                                      </p:to>
                                    </p:set>
                                    <p:anim calcmode="lin" valueType="num">
                                      <p:cBhvr additive="base">
                                        <p:cTn id="19" dur="250"/>
                                        <p:tgtEl>
                                          <p:spTgt spid="769"/>
                                        </p:tgtEl>
                                        <p:attrNameLst>
                                          <p:attrName>ppt_w</p:attrName>
                                        </p:attrNameLst>
                                      </p:cBhvr>
                                      <p:tavLst>
                                        <p:tav tm="0">
                                          <p:val>
                                            <p:strVal val="0"/>
                                          </p:val>
                                        </p:tav>
                                        <p:tav tm="100000">
                                          <p:val>
                                            <p:strVal val="#ppt_w"/>
                                          </p:val>
                                        </p:tav>
                                      </p:tavLst>
                                    </p:anim>
                                    <p:anim calcmode="lin" valueType="num">
                                      <p:cBhvr additive="base">
                                        <p:cTn id="20" dur="250"/>
                                        <p:tgtEl>
                                          <p:spTgt spid="769"/>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749"/>
                                        </p:tgtEl>
                                        <p:attrNameLst>
                                          <p:attrName>style.visibility</p:attrName>
                                        </p:attrNameLst>
                                      </p:cBhvr>
                                      <p:to>
                                        <p:strVal val="visible"/>
                                      </p:to>
                                    </p:set>
                                    <p:anim calcmode="lin" valueType="num">
                                      <p:cBhvr additive="base">
                                        <p:cTn id="23" dur="250"/>
                                        <p:tgtEl>
                                          <p:spTgt spid="749"/>
                                        </p:tgtEl>
                                        <p:attrNameLst>
                                          <p:attrName>ppt_w</p:attrName>
                                        </p:attrNameLst>
                                      </p:cBhvr>
                                      <p:tavLst>
                                        <p:tav tm="0">
                                          <p:val>
                                            <p:strVal val="0"/>
                                          </p:val>
                                        </p:tav>
                                        <p:tav tm="100000">
                                          <p:val>
                                            <p:strVal val="#ppt_w"/>
                                          </p:val>
                                        </p:tav>
                                      </p:tavLst>
                                    </p:anim>
                                    <p:anim calcmode="lin" valueType="num">
                                      <p:cBhvr additive="base">
                                        <p:cTn id="24" dur="250"/>
                                        <p:tgtEl>
                                          <p:spTgt spid="749"/>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750"/>
                                        </p:tgtEl>
                                        <p:attrNameLst>
                                          <p:attrName>style.visibility</p:attrName>
                                        </p:attrNameLst>
                                      </p:cBhvr>
                                      <p:to>
                                        <p:strVal val="visible"/>
                                      </p:to>
                                    </p:set>
                                    <p:anim calcmode="lin" valueType="num">
                                      <p:cBhvr additive="base">
                                        <p:cTn id="27" dur="250"/>
                                        <p:tgtEl>
                                          <p:spTgt spid="750"/>
                                        </p:tgtEl>
                                        <p:attrNameLst>
                                          <p:attrName>ppt_w</p:attrName>
                                        </p:attrNameLst>
                                      </p:cBhvr>
                                      <p:tavLst>
                                        <p:tav tm="0">
                                          <p:val>
                                            <p:strVal val="0"/>
                                          </p:val>
                                        </p:tav>
                                        <p:tav tm="100000">
                                          <p:val>
                                            <p:strVal val="#ppt_w"/>
                                          </p:val>
                                        </p:tav>
                                      </p:tavLst>
                                    </p:anim>
                                    <p:anim calcmode="lin" valueType="num">
                                      <p:cBhvr additive="base">
                                        <p:cTn id="28" dur="250"/>
                                        <p:tgtEl>
                                          <p:spTgt spid="750"/>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751"/>
                                        </p:tgtEl>
                                        <p:attrNameLst>
                                          <p:attrName>style.visibility</p:attrName>
                                        </p:attrNameLst>
                                      </p:cBhvr>
                                      <p:to>
                                        <p:strVal val="visible"/>
                                      </p:to>
                                    </p:set>
                                    <p:animEffect transition="in" filter="fade">
                                      <p:cBhvr>
                                        <p:cTn id="31" dur="500"/>
                                        <p:tgtEl>
                                          <p:spTgt spid="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5"/>
          <p:cNvSpPr/>
          <p:nvPr/>
        </p:nvSpPr>
        <p:spPr>
          <a:xfrm rot="-671048">
            <a:off x="5840639" y="-1833850"/>
            <a:ext cx="3576429" cy="3576429"/>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125" name="Google Shape;125;p15"/>
          <p:cNvGrpSpPr/>
          <p:nvPr/>
        </p:nvGrpSpPr>
        <p:grpSpPr>
          <a:xfrm rot="-671048">
            <a:off x="5580298" y="-2126804"/>
            <a:ext cx="4097111" cy="4162338"/>
            <a:chOff x="9124043" y="-2040757"/>
            <a:chExt cx="5462814" cy="5549784"/>
          </a:xfrm>
        </p:grpSpPr>
        <p:sp>
          <p:nvSpPr>
            <p:cNvPr id="126" name="Google Shape;126;p15"/>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27" name="Google Shape;127;p15"/>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28" name="Google Shape;128;p15"/>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sp>
        <p:nvSpPr>
          <p:cNvPr id="129" name="Google Shape;129;p15"/>
          <p:cNvSpPr txBox="1"/>
          <p:nvPr/>
        </p:nvSpPr>
        <p:spPr>
          <a:xfrm>
            <a:off x="6040582" y="288034"/>
            <a:ext cx="2869532" cy="684803"/>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4000" b="1" dirty="0">
                <a:solidFill>
                  <a:schemeClr val="lt1"/>
                </a:solidFill>
                <a:latin typeface="Century Gothic"/>
                <a:ea typeface="Century Gothic"/>
                <a:cs typeface="Century Gothic"/>
                <a:sym typeface="Century Gothic"/>
              </a:rPr>
              <a:t>Plan</a:t>
            </a:r>
            <a:endParaRPr sz="4000" b="1" dirty="0">
              <a:solidFill>
                <a:schemeClr val="lt1"/>
              </a:solidFill>
              <a:latin typeface="Century Gothic"/>
              <a:ea typeface="Century Gothic"/>
              <a:cs typeface="Century Gothic"/>
              <a:sym typeface="Century Gothic"/>
            </a:endParaRPr>
          </a:p>
        </p:txBody>
      </p:sp>
      <p:grpSp>
        <p:nvGrpSpPr>
          <p:cNvPr id="130" name="Google Shape;130;p15"/>
          <p:cNvGrpSpPr/>
          <p:nvPr/>
        </p:nvGrpSpPr>
        <p:grpSpPr>
          <a:xfrm>
            <a:off x="869705" y="262406"/>
            <a:ext cx="405207" cy="410672"/>
            <a:chOff x="1167138" y="3245140"/>
            <a:chExt cx="722086" cy="722086"/>
          </a:xfrm>
        </p:grpSpPr>
        <p:sp>
          <p:nvSpPr>
            <p:cNvPr id="131" name="Google Shape;131;p15"/>
            <p:cNvSpPr txBox="1"/>
            <p:nvPr/>
          </p:nvSpPr>
          <p:spPr>
            <a:xfrm>
              <a:off x="1221393" y="3321416"/>
              <a:ext cx="576927" cy="615553"/>
            </a:xfrm>
            <a:prstGeom prst="rect">
              <a:avLst/>
            </a:prstGeom>
            <a:noFill/>
            <a:ln>
              <a:solidFill>
                <a:schemeClr val="bg1"/>
              </a:solidFill>
            </a:ln>
          </p:spPr>
          <p:txBody>
            <a:bodyPr spcFirstLastPara="1" wrap="square" lIns="91425" tIns="45700" rIns="91425" bIns="45700" anchor="t" anchorCtr="0">
              <a:noAutofit/>
            </a:bodyPr>
            <a:lstStyle/>
            <a:p>
              <a:pPr marL="0" marR="0" lvl="0" indent="0" algn="just" rtl="0">
                <a:spcBef>
                  <a:spcPts val="0"/>
                </a:spcBef>
                <a:spcAft>
                  <a:spcPts val="0"/>
                </a:spcAft>
                <a:buNone/>
              </a:pPr>
              <a:r>
                <a:rPr lang="fr-FR" sz="1800" dirty="0">
                  <a:solidFill>
                    <a:srgbClr val="002060"/>
                  </a:solidFill>
                  <a:latin typeface="Century Gothic"/>
                  <a:ea typeface="Century Gothic"/>
                  <a:cs typeface="Century Gothic"/>
                  <a:sym typeface="Century Gothic"/>
                </a:rPr>
                <a:t>1</a:t>
              </a:r>
              <a:endParaRPr sz="1800" dirty="0">
                <a:solidFill>
                  <a:srgbClr val="002060"/>
                </a:solidFill>
                <a:latin typeface="Century Gothic"/>
                <a:ea typeface="Century Gothic"/>
                <a:cs typeface="Century Gothic"/>
                <a:sym typeface="Century Gothic"/>
              </a:endParaRPr>
            </a:p>
          </p:txBody>
        </p:sp>
        <p:sp>
          <p:nvSpPr>
            <p:cNvPr id="132" name="Google Shape;132;p15"/>
            <p:cNvSpPr/>
            <p:nvPr/>
          </p:nvSpPr>
          <p:spPr>
            <a:xfrm>
              <a:off x="1167138" y="3245140"/>
              <a:ext cx="722086" cy="722086"/>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33" name="Google Shape;133;p15"/>
            <p:cNvSpPr/>
            <p:nvPr/>
          </p:nvSpPr>
          <p:spPr>
            <a:xfrm rot="10800000" flipH="1">
              <a:off x="1733818" y="3800456"/>
              <a:ext cx="129004" cy="129004"/>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sp>
        <p:nvSpPr>
          <p:cNvPr id="134" name="Google Shape;134;p15"/>
          <p:cNvSpPr txBox="1"/>
          <p:nvPr/>
        </p:nvSpPr>
        <p:spPr>
          <a:xfrm>
            <a:off x="1539618" y="1642553"/>
            <a:ext cx="4247386" cy="561692"/>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fr-FR" sz="2000" b="1" dirty="0">
                <a:solidFill>
                  <a:srgbClr val="002060"/>
                </a:solidFill>
                <a:latin typeface="Century Gothic"/>
                <a:ea typeface="Century Gothic"/>
                <a:cs typeface="Century Gothic"/>
                <a:sym typeface="Century Gothic"/>
              </a:rPr>
              <a:t>Analyse et Critique de l’existant</a:t>
            </a:r>
            <a:endParaRPr sz="2000" b="1" dirty="0">
              <a:solidFill>
                <a:srgbClr val="002060"/>
              </a:solidFill>
              <a:latin typeface="Century Gothic"/>
              <a:ea typeface="Century Gothic"/>
              <a:cs typeface="Century Gothic"/>
              <a:sym typeface="Century Gothic"/>
            </a:endParaRPr>
          </a:p>
        </p:txBody>
      </p:sp>
      <p:sp>
        <p:nvSpPr>
          <p:cNvPr id="139" name="Google Shape;139;p15"/>
          <p:cNvSpPr txBox="1"/>
          <p:nvPr/>
        </p:nvSpPr>
        <p:spPr>
          <a:xfrm>
            <a:off x="1486650" y="972837"/>
            <a:ext cx="4813990" cy="561692"/>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fr-FR" sz="2000" b="1" dirty="0">
                <a:solidFill>
                  <a:srgbClr val="002060"/>
                </a:solidFill>
                <a:latin typeface="Century Gothic"/>
                <a:ea typeface="Century Gothic"/>
                <a:cs typeface="Century Gothic"/>
                <a:sym typeface="Century Gothic"/>
              </a:rPr>
              <a:t>Description du projet</a:t>
            </a:r>
            <a:endParaRPr sz="2000" b="1" dirty="0">
              <a:solidFill>
                <a:srgbClr val="002060"/>
              </a:solidFill>
              <a:latin typeface="Century Gothic"/>
              <a:ea typeface="Century Gothic"/>
              <a:cs typeface="Century Gothic"/>
              <a:sym typeface="Century Gothic"/>
            </a:endParaRPr>
          </a:p>
        </p:txBody>
      </p:sp>
      <p:sp>
        <p:nvSpPr>
          <p:cNvPr id="144" name="Google Shape;144;p15"/>
          <p:cNvSpPr txBox="1"/>
          <p:nvPr/>
        </p:nvSpPr>
        <p:spPr>
          <a:xfrm>
            <a:off x="1486650" y="3328389"/>
            <a:ext cx="3124199" cy="561692"/>
          </a:xfrm>
          <a:prstGeom prst="rect">
            <a:avLst/>
          </a:prstGeom>
          <a:noFill/>
          <a:ln>
            <a:noFill/>
          </a:ln>
        </p:spPr>
        <p:txBody>
          <a:bodyPr spcFirstLastPara="1" wrap="square" lIns="68575" tIns="34275" rIns="68575" bIns="34275" anchor="t" anchorCtr="0">
            <a:noAutofit/>
          </a:bodyPr>
          <a:lstStyle/>
          <a:p>
            <a:pPr lvl="0"/>
            <a:r>
              <a:rPr lang="fr-FR" sz="2000" b="1" dirty="0">
                <a:solidFill>
                  <a:srgbClr val="002060"/>
                </a:solidFill>
                <a:latin typeface="Century Gothic" panose="020B0502020202020204" pitchFamily="34" charset="0"/>
              </a:rPr>
              <a:t>Choix d’outils</a:t>
            </a:r>
            <a:endParaRPr sz="2000" b="1" dirty="0">
              <a:solidFill>
                <a:srgbClr val="002060"/>
              </a:solidFill>
              <a:latin typeface="Century Gothic"/>
              <a:ea typeface="Century Gothic"/>
              <a:cs typeface="Century Gothic"/>
              <a:sym typeface="Century Gothic"/>
            </a:endParaRPr>
          </a:p>
        </p:txBody>
      </p:sp>
      <p:grpSp>
        <p:nvGrpSpPr>
          <p:cNvPr id="150" name="Google Shape;150;p15"/>
          <p:cNvGrpSpPr/>
          <p:nvPr/>
        </p:nvGrpSpPr>
        <p:grpSpPr>
          <a:xfrm>
            <a:off x="7247802" y="3581400"/>
            <a:ext cx="3124200" cy="3124200"/>
            <a:chOff x="-1266371" y="4076700"/>
            <a:chExt cx="4165600" cy="4165600"/>
          </a:xfrm>
        </p:grpSpPr>
        <p:sp>
          <p:nvSpPr>
            <p:cNvPr id="151" name="Google Shape;151;p15"/>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152" name="Google Shape;152;p15"/>
            <p:cNvGrpSpPr/>
            <p:nvPr/>
          </p:nvGrpSpPr>
          <p:grpSpPr>
            <a:xfrm>
              <a:off x="-1266371" y="4076700"/>
              <a:ext cx="4165600" cy="4165600"/>
              <a:chOff x="-1266371" y="4076700"/>
              <a:chExt cx="4165600" cy="4165600"/>
            </a:xfrm>
          </p:grpSpPr>
          <p:sp>
            <p:nvSpPr>
              <p:cNvPr id="153" name="Google Shape;153;p15"/>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54" name="Google Shape;154;p15"/>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55" name="Google Shape;155;p15"/>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grpSp>
      <p:sp>
        <p:nvSpPr>
          <p:cNvPr id="8" name="ZoneTexte 7">
            <a:extLst>
              <a:ext uri="{FF2B5EF4-FFF2-40B4-BE49-F238E27FC236}">
                <a16:creationId xmlns="" xmlns:a16="http://schemas.microsoft.com/office/drawing/2014/main" id="{73C4709A-54AB-E546-9D8C-A417B6E7DBF5}"/>
              </a:ext>
            </a:extLst>
          </p:cNvPr>
          <p:cNvSpPr txBox="1"/>
          <p:nvPr/>
        </p:nvSpPr>
        <p:spPr>
          <a:xfrm>
            <a:off x="1486650" y="2752236"/>
            <a:ext cx="3124199" cy="400110"/>
          </a:xfrm>
          <a:prstGeom prst="rect">
            <a:avLst/>
          </a:prstGeom>
          <a:noFill/>
        </p:spPr>
        <p:txBody>
          <a:bodyPr wrap="square" rtlCol="0">
            <a:spAutoFit/>
          </a:bodyPr>
          <a:lstStyle/>
          <a:p>
            <a:r>
              <a:rPr lang="fr-FR" sz="2000" b="1" dirty="0">
                <a:solidFill>
                  <a:srgbClr val="002060"/>
                </a:solidFill>
                <a:latin typeface="Century Gothic"/>
                <a:ea typeface="Century Gothic"/>
                <a:cs typeface="Century Gothic"/>
                <a:sym typeface="Century Gothic"/>
              </a:rPr>
              <a:t>Solutions proposées</a:t>
            </a:r>
            <a:endParaRPr lang="fr-FR" sz="2000" b="1" dirty="0">
              <a:solidFill>
                <a:srgbClr val="002060"/>
              </a:solidFill>
              <a:latin typeface="Century Gothic" panose="020B0502020202020204" pitchFamily="34" charset="0"/>
            </a:endParaRPr>
          </a:p>
        </p:txBody>
      </p:sp>
      <p:sp>
        <p:nvSpPr>
          <p:cNvPr id="9" name="ZoneTexte 8">
            <a:extLst>
              <a:ext uri="{FF2B5EF4-FFF2-40B4-BE49-F238E27FC236}">
                <a16:creationId xmlns="" xmlns:a16="http://schemas.microsoft.com/office/drawing/2014/main" id="{C6219F62-899A-B6CA-4ACC-74CD9F032B52}"/>
              </a:ext>
            </a:extLst>
          </p:cNvPr>
          <p:cNvSpPr txBox="1"/>
          <p:nvPr/>
        </p:nvSpPr>
        <p:spPr>
          <a:xfrm>
            <a:off x="1429316" y="3910367"/>
            <a:ext cx="2778431" cy="400110"/>
          </a:xfrm>
          <a:prstGeom prst="rect">
            <a:avLst/>
          </a:prstGeom>
          <a:noFill/>
        </p:spPr>
        <p:txBody>
          <a:bodyPr wrap="square" rtlCol="0">
            <a:spAutoFit/>
          </a:bodyPr>
          <a:lstStyle/>
          <a:p>
            <a:r>
              <a:rPr lang="fr-FR" sz="2000" b="1" dirty="0">
                <a:solidFill>
                  <a:srgbClr val="002060"/>
                </a:solidFill>
                <a:latin typeface="Century Gothic" panose="020B0502020202020204" pitchFamily="34" charset="0"/>
              </a:rPr>
              <a:t>Démonstration </a:t>
            </a:r>
          </a:p>
        </p:txBody>
      </p:sp>
      <p:sp>
        <p:nvSpPr>
          <p:cNvPr id="7" name="ZoneTexte 6">
            <a:extLst>
              <a:ext uri="{FF2B5EF4-FFF2-40B4-BE49-F238E27FC236}">
                <a16:creationId xmlns="" xmlns:a16="http://schemas.microsoft.com/office/drawing/2014/main" id="{A3D26EEF-EC3B-F502-FD2D-74DED5556C7E}"/>
              </a:ext>
            </a:extLst>
          </p:cNvPr>
          <p:cNvSpPr txBox="1"/>
          <p:nvPr/>
        </p:nvSpPr>
        <p:spPr>
          <a:xfrm>
            <a:off x="1429317" y="4520714"/>
            <a:ext cx="2778431" cy="400110"/>
          </a:xfrm>
          <a:prstGeom prst="rect">
            <a:avLst/>
          </a:prstGeom>
          <a:noFill/>
        </p:spPr>
        <p:txBody>
          <a:bodyPr wrap="square" rtlCol="0">
            <a:spAutoFit/>
          </a:bodyPr>
          <a:lstStyle/>
          <a:p>
            <a:r>
              <a:rPr lang="fr-FR" sz="2000" b="1" dirty="0">
                <a:solidFill>
                  <a:srgbClr val="002060"/>
                </a:solidFill>
                <a:latin typeface="Century Gothic" panose="020B0502020202020204" pitchFamily="34" charset="0"/>
              </a:rPr>
              <a:t>Conclusion</a:t>
            </a:r>
          </a:p>
        </p:txBody>
      </p:sp>
      <p:pic>
        <p:nvPicPr>
          <p:cNvPr id="10" name="Image 9">
            <a:extLst>
              <a:ext uri="{FF2B5EF4-FFF2-40B4-BE49-F238E27FC236}">
                <a16:creationId xmlns="" xmlns:a16="http://schemas.microsoft.com/office/drawing/2014/main" id="{FD85B45A-E06F-11C0-B497-CC70C2051A72}"/>
              </a:ext>
            </a:extLst>
          </p:cNvPr>
          <p:cNvPicPr>
            <a:picLocks noChangeAspect="1"/>
          </p:cNvPicPr>
          <p:nvPr/>
        </p:nvPicPr>
        <p:blipFill>
          <a:blip r:embed="rId3"/>
          <a:stretch>
            <a:fillRect/>
          </a:stretch>
        </p:blipFill>
        <p:spPr>
          <a:xfrm>
            <a:off x="833193" y="844062"/>
            <a:ext cx="432854" cy="512108"/>
          </a:xfrm>
          <a:prstGeom prst="rect">
            <a:avLst/>
          </a:prstGeom>
        </p:spPr>
      </p:pic>
      <p:pic>
        <p:nvPicPr>
          <p:cNvPr id="11" name="Image 10">
            <a:extLst>
              <a:ext uri="{FF2B5EF4-FFF2-40B4-BE49-F238E27FC236}">
                <a16:creationId xmlns="" xmlns:a16="http://schemas.microsoft.com/office/drawing/2014/main" id="{EE20BD50-1738-91AF-1026-239BFDB578A6}"/>
              </a:ext>
            </a:extLst>
          </p:cNvPr>
          <p:cNvPicPr>
            <a:picLocks noChangeAspect="1"/>
          </p:cNvPicPr>
          <p:nvPr/>
        </p:nvPicPr>
        <p:blipFill>
          <a:blip r:embed="rId4"/>
          <a:stretch>
            <a:fillRect/>
          </a:stretch>
        </p:blipFill>
        <p:spPr>
          <a:xfrm>
            <a:off x="833193" y="1453565"/>
            <a:ext cx="474265" cy="583795"/>
          </a:xfrm>
          <a:prstGeom prst="rect">
            <a:avLst/>
          </a:prstGeom>
        </p:spPr>
      </p:pic>
      <p:pic>
        <p:nvPicPr>
          <p:cNvPr id="12" name="Image 11">
            <a:extLst>
              <a:ext uri="{FF2B5EF4-FFF2-40B4-BE49-F238E27FC236}">
                <a16:creationId xmlns="" xmlns:a16="http://schemas.microsoft.com/office/drawing/2014/main" id="{6787F4CE-7FC4-F843-C1FC-FB9CC52E0A78}"/>
              </a:ext>
            </a:extLst>
          </p:cNvPr>
          <p:cNvPicPr>
            <a:picLocks noChangeAspect="1"/>
          </p:cNvPicPr>
          <p:nvPr/>
        </p:nvPicPr>
        <p:blipFill>
          <a:blip r:embed="rId5"/>
          <a:stretch>
            <a:fillRect/>
          </a:stretch>
        </p:blipFill>
        <p:spPr>
          <a:xfrm>
            <a:off x="848936" y="2104190"/>
            <a:ext cx="448597" cy="530734"/>
          </a:xfrm>
          <a:prstGeom prst="rect">
            <a:avLst/>
          </a:prstGeom>
        </p:spPr>
      </p:pic>
      <p:pic>
        <p:nvPicPr>
          <p:cNvPr id="13" name="Image 12">
            <a:extLst>
              <a:ext uri="{FF2B5EF4-FFF2-40B4-BE49-F238E27FC236}">
                <a16:creationId xmlns="" xmlns:a16="http://schemas.microsoft.com/office/drawing/2014/main" id="{FCC470FB-D2BD-FC8C-145C-7D906583A619}"/>
              </a:ext>
            </a:extLst>
          </p:cNvPr>
          <p:cNvPicPr>
            <a:picLocks noChangeAspect="1"/>
          </p:cNvPicPr>
          <p:nvPr/>
        </p:nvPicPr>
        <p:blipFill>
          <a:blip r:embed="rId6"/>
          <a:stretch>
            <a:fillRect/>
          </a:stretch>
        </p:blipFill>
        <p:spPr>
          <a:xfrm>
            <a:off x="848936" y="2735265"/>
            <a:ext cx="432854" cy="512108"/>
          </a:xfrm>
          <a:prstGeom prst="rect">
            <a:avLst/>
          </a:prstGeom>
        </p:spPr>
      </p:pic>
      <p:pic>
        <p:nvPicPr>
          <p:cNvPr id="14" name="Image 13">
            <a:extLst>
              <a:ext uri="{FF2B5EF4-FFF2-40B4-BE49-F238E27FC236}">
                <a16:creationId xmlns="" xmlns:a16="http://schemas.microsoft.com/office/drawing/2014/main" id="{50D829D5-9C25-6B67-5CAD-A3096C6BC63F}"/>
              </a:ext>
            </a:extLst>
          </p:cNvPr>
          <p:cNvPicPr>
            <a:picLocks noChangeAspect="1"/>
          </p:cNvPicPr>
          <p:nvPr/>
        </p:nvPicPr>
        <p:blipFill>
          <a:blip r:embed="rId7"/>
          <a:stretch>
            <a:fillRect/>
          </a:stretch>
        </p:blipFill>
        <p:spPr>
          <a:xfrm>
            <a:off x="844819" y="3321765"/>
            <a:ext cx="432854" cy="512108"/>
          </a:xfrm>
          <a:prstGeom prst="rect">
            <a:avLst/>
          </a:prstGeom>
        </p:spPr>
      </p:pic>
      <p:pic>
        <p:nvPicPr>
          <p:cNvPr id="15" name="Image 14">
            <a:extLst>
              <a:ext uri="{FF2B5EF4-FFF2-40B4-BE49-F238E27FC236}">
                <a16:creationId xmlns="" xmlns:a16="http://schemas.microsoft.com/office/drawing/2014/main" id="{BC93D1CB-7968-3A40-6F40-29DA4E6DD07B}"/>
              </a:ext>
            </a:extLst>
          </p:cNvPr>
          <p:cNvPicPr>
            <a:picLocks noChangeAspect="1"/>
          </p:cNvPicPr>
          <p:nvPr/>
        </p:nvPicPr>
        <p:blipFill>
          <a:blip r:embed="rId8"/>
          <a:stretch>
            <a:fillRect/>
          </a:stretch>
        </p:blipFill>
        <p:spPr>
          <a:xfrm>
            <a:off x="848936" y="3908265"/>
            <a:ext cx="432854" cy="512108"/>
          </a:xfrm>
          <a:prstGeom prst="rect">
            <a:avLst/>
          </a:prstGeom>
        </p:spPr>
      </p:pic>
      <p:pic>
        <p:nvPicPr>
          <p:cNvPr id="16" name="Image 15">
            <a:extLst>
              <a:ext uri="{FF2B5EF4-FFF2-40B4-BE49-F238E27FC236}">
                <a16:creationId xmlns="" xmlns:a16="http://schemas.microsoft.com/office/drawing/2014/main" id="{ABF5AE21-BF9B-A58D-5057-289DF684BEC8}"/>
              </a:ext>
            </a:extLst>
          </p:cNvPr>
          <p:cNvPicPr>
            <a:picLocks noChangeAspect="1"/>
          </p:cNvPicPr>
          <p:nvPr/>
        </p:nvPicPr>
        <p:blipFill>
          <a:blip r:embed="rId9"/>
          <a:stretch>
            <a:fillRect/>
          </a:stretch>
        </p:blipFill>
        <p:spPr>
          <a:xfrm>
            <a:off x="874604" y="4520714"/>
            <a:ext cx="432854" cy="512108"/>
          </a:xfrm>
          <a:prstGeom prst="rect">
            <a:avLst/>
          </a:prstGeom>
        </p:spPr>
      </p:pic>
      <p:pic>
        <p:nvPicPr>
          <p:cNvPr id="17" name="Image 16">
            <a:extLst>
              <a:ext uri="{FF2B5EF4-FFF2-40B4-BE49-F238E27FC236}">
                <a16:creationId xmlns="" xmlns:a16="http://schemas.microsoft.com/office/drawing/2014/main" id="{C0E46896-DAF5-8905-7721-E92348F40A18}"/>
              </a:ext>
            </a:extLst>
          </p:cNvPr>
          <p:cNvPicPr>
            <a:picLocks noChangeAspect="1"/>
          </p:cNvPicPr>
          <p:nvPr/>
        </p:nvPicPr>
        <p:blipFill>
          <a:blip r:embed="rId10"/>
          <a:stretch>
            <a:fillRect/>
          </a:stretch>
        </p:blipFill>
        <p:spPr>
          <a:xfrm>
            <a:off x="1431385" y="245183"/>
            <a:ext cx="4334632" cy="609653"/>
          </a:xfrm>
          <a:prstGeom prst="rect">
            <a:avLst/>
          </a:prstGeom>
        </p:spPr>
      </p:pic>
      <p:pic>
        <p:nvPicPr>
          <p:cNvPr id="18" name="Image 17">
            <a:extLst>
              <a:ext uri="{FF2B5EF4-FFF2-40B4-BE49-F238E27FC236}">
                <a16:creationId xmlns="" xmlns:a16="http://schemas.microsoft.com/office/drawing/2014/main" id="{634E9F76-FE30-FEDA-A182-2AA1099FFB41}"/>
              </a:ext>
            </a:extLst>
          </p:cNvPr>
          <p:cNvPicPr>
            <a:picLocks noChangeAspect="1"/>
          </p:cNvPicPr>
          <p:nvPr/>
        </p:nvPicPr>
        <p:blipFill>
          <a:blip r:embed="rId11"/>
          <a:stretch>
            <a:fillRect/>
          </a:stretch>
        </p:blipFill>
        <p:spPr>
          <a:xfrm>
            <a:off x="1477664" y="2161490"/>
            <a:ext cx="4901609" cy="6096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5000" fill="hold"/>
                                        <p:tgtEl>
                                          <p:spTgt spid="125"/>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150"/>
                                        </p:tgtEl>
                                        <p:attrNameLst>
                                          <p:attrName>r</p:attrName>
                                        </p:attrNameLst>
                                      </p:cBhvr>
                                    </p:animRo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0"/>
                                        </p:tgtEl>
                                        <p:attrNameLst>
                                          <p:attrName>style.visibility</p:attrName>
                                        </p:attrNameLst>
                                      </p:cBhvr>
                                      <p:to>
                                        <p:strVal val="visible"/>
                                      </p:to>
                                    </p:set>
                                    <p:anim calcmode="lin" valueType="num">
                                      <p:cBhvr additive="base">
                                        <p:cTn id="13" dur="500" fill="hold"/>
                                        <p:tgtEl>
                                          <p:spTgt spid="130"/>
                                        </p:tgtEl>
                                        <p:attrNameLst>
                                          <p:attrName>ppt_x</p:attrName>
                                        </p:attrNameLst>
                                      </p:cBhvr>
                                      <p:tavLst>
                                        <p:tav tm="0">
                                          <p:val>
                                            <p:strVal val="#ppt_x"/>
                                          </p:val>
                                        </p:tav>
                                        <p:tav tm="100000">
                                          <p:val>
                                            <p:strVal val="#ppt_x"/>
                                          </p:val>
                                        </p:tav>
                                      </p:tavLst>
                                    </p:anim>
                                    <p:anim calcmode="lin" valueType="num">
                                      <p:cBhvr additive="base">
                                        <p:cTn id="14" dur="500" fill="hold"/>
                                        <p:tgtEl>
                                          <p:spTgt spid="13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9"/>
                                        </p:tgtEl>
                                        <p:attrNameLst>
                                          <p:attrName>style.visibility</p:attrName>
                                        </p:attrNameLst>
                                      </p:cBhvr>
                                      <p:to>
                                        <p:strVal val="visible"/>
                                      </p:to>
                                    </p:set>
                                    <p:anim calcmode="lin" valueType="num">
                                      <p:cBhvr additive="base">
                                        <p:cTn id="23" dur="500" fill="hold"/>
                                        <p:tgtEl>
                                          <p:spTgt spid="139"/>
                                        </p:tgtEl>
                                        <p:attrNameLst>
                                          <p:attrName>ppt_x</p:attrName>
                                        </p:attrNameLst>
                                      </p:cBhvr>
                                      <p:tavLst>
                                        <p:tav tm="0">
                                          <p:val>
                                            <p:strVal val="#ppt_x"/>
                                          </p:val>
                                        </p:tav>
                                        <p:tav tm="100000">
                                          <p:val>
                                            <p:strVal val="#ppt_x"/>
                                          </p:val>
                                        </p:tav>
                                      </p:tavLst>
                                    </p:anim>
                                    <p:anim calcmode="lin" valueType="num">
                                      <p:cBhvr additive="base">
                                        <p:cTn id="24" dur="500" fill="hold"/>
                                        <p:tgtEl>
                                          <p:spTgt spid="13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4"/>
                                        </p:tgtEl>
                                        <p:attrNameLst>
                                          <p:attrName>style.visibility</p:attrName>
                                        </p:attrNameLst>
                                      </p:cBhvr>
                                      <p:to>
                                        <p:strVal val="visible"/>
                                      </p:to>
                                    </p:set>
                                    <p:anim calcmode="lin" valueType="num">
                                      <p:cBhvr additive="base">
                                        <p:cTn id="33" dur="500" fill="hold"/>
                                        <p:tgtEl>
                                          <p:spTgt spid="134"/>
                                        </p:tgtEl>
                                        <p:attrNameLst>
                                          <p:attrName>ppt_x</p:attrName>
                                        </p:attrNameLst>
                                      </p:cBhvr>
                                      <p:tavLst>
                                        <p:tav tm="0">
                                          <p:val>
                                            <p:strVal val="#ppt_x"/>
                                          </p:val>
                                        </p:tav>
                                        <p:tav tm="100000">
                                          <p:val>
                                            <p:strVal val="#ppt_x"/>
                                          </p:val>
                                        </p:tav>
                                      </p:tavLst>
                                    </p:anim>
                                    <p:anim calcmode="lin" valueType="num">
                                      <p:cBhvr additive="base">
                                        <p:cTn id="34" dur="500" fill="hold"/>
                                        <p:tgtEl>
                                          <p:spTgt spid="13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ppt_x"/>
                                          </p:val>
                                        </p:tav>
                                        <p:tav tm="100000">
                                          <p:val>
                                            <p:strVal val="#ppt_x"/>
                                          </p:val>
                                        </p:tav>
                                      </p:tavLst>
                                    </p:anim>
                                    <p:anim calcmode="lin" valueType="num">
                                      <p:cBhvr additive="base">
                                        <p:cTn id="54" dur="500" fill="hold"/>
                                        <p:tgtEl>
                                          <p:spTgt spid="8"/>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ppt_x"/>
                                          </p:val>
                                        </p:tav>
                                        <p:tav tm="100000">
                                          <p:val>
                                            <p:strVal val="#ppt_x"/>
                                          </p:val>
                                        </p:tav>
                                      </p:tavLst>
                                    </p:anim>
                                    <p:anim calcmode="lin" valueType="num">
                                      <p:cBhvr additive="base">
                                        <p:cTn id="5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44"/>
                                        </p:tgtEl>
                                        <p:attrNameLst>
                                          <p:attrName>style.visibility</p:attrName>
                                        </p:attrNameLst>
                                      </p:cBhvr>
                                      <p:to>
                                        <p:strVal val="visible"/>
                                      </p:to>
                                    </p:set>
                                    <p:anim calcmode="lin" valueType="num">
                                      <p:cBhvr additive="base">
                                        <p:cTn id="63" dur="500" fill="hold"/>
                                        <p:tgtEl>
                                          <p:spTgt spid="144"/>
                                        </p:tgtEl>
                                        <p:attrNameLst>
                                          <p:attrName>ppt_x</p:attrName>
                                        </p:attrNameLst>
                                      </p:cBhvr>
                                      <p:tavLst>
                                        <p:tav tm="0">
                                          <p:val>
                                            <p:strVal val="#ppt_x"/>
                                          </p:val>
                                        </p:tav>
                                        <p:tav tm="100000">
                                          <p:val>
                                            <p:strVal val="#ppt_x"/>
                                          </p:val>
                                        </p:tav>
                                      </p:tavLst>
                                    </p:anim>
                                    <p:anim calcmode="lin" valueType="num">
                                      <p:cBhvr additive="base">
                                        <p:cTn id="64" dur="500" fill="hold"/>
                                        <p:tgtEl>
                                          <p:spTgt spid="144"/>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ppt_x"/>
                                          </p:val>
                                        </p:tav>
                                        <p:tav tm="100000">
                                          <p:val>
                                            <p:strVal val="#ppt_x"/>
                                          </p:val>
                                        </p:tav>
                                      </p:tavLst>
                                    </p:anim>
                                    <p:anim calcmode="lin" valueType="num">
                                      <p:cBhvr additive="base">
                                        <p:cTn id="74" dur="500" fill="hold"/>
                                        <p:tgtEl>
                                          <p:spTgt spid="9"/>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additive="base">
                                        <p:cTn id="77" dur="500" fill="hold"/>
                                        <p:tgtEl>
                                          <p:spTgt spid="15"/>
                                        </p:tgtEl>
                                        <p:attrNameLst>
                                          <p:attrName>ppt_x</p:attrName>
                                        </p:attrNameLst>
                                      </p:cBhvr>
                                      <p:tavLst>
                                        <p:tav tm="0">
                                          <p:val>
                                            <p:strVal val="#ppt_x"/>
                                          </p:val>
                                        </p:tav>
                                        <p:tav tm="100000">
                                          <p:val>
                                            <p:strVal val="#ppt_x"/>
                                          </p:val>
                                        </p:tav>
                                      </p:tavLst>
                                    </p:anim>
                                    <p:anim calcmode="lin" valueType="num">
                                      <p:cBhvr additive="base">
                                        <p:cTn id="7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anim calcmode="lin" valueType="num">
                                      <p:cBhvr additive="base">
                                        <p:cTn id="83" dur="500" fill="hold"/>
                                        <p:tgtEl>
                                          <p:spTgt spid="7"/>
                                        </p:tgtEl>
                                        <p:attrNameLst>
                                          <p:attrName>ppt_x</p:attrName>
                                        </p:attrNameLst>
                                      </p:cBhvr>
                                      <p:tavLst>
                                        <p:tav tm="0">
                                          <p:val>
                                            <p:strVal val="#ppt_x"/>
                                          </p:val>
                                        </p:tav>
                                        <p:tav tm="100000">
                                          <p:val>
                                            <p:strVal val="#ppt_x"/>
                                          </p:val>
                                        </p:tav>
                                      </p:tavLst>
                                    </p:anim>
                                    <p:anim calcmode="lin" valueType="num">
                                      <p:cBhvr additive="base">
                                        <p:cTn id="84" dur="500" fill="hold"/>
                                        <p:tgtEl>
                                          <p:spTgt spid="7"/>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16"/>
                                        </p:tgtEl>
                                        <p:attrNameLst>
                                          <p:attrName>style.visibility</p:attrName>
                                        </p:attrNameLst>
                                      </p:cBhvr>
                                      <p:to>
                                        <p:strVal val="visible"/>
                                      </p:to>
                                    </p:set>
                                    <p:anim calcmode="lin" valueType="num">
                                      <p:cBhvr additive="base">
                                        <p:cTn id="87" dur="500" fill="hold"/>
                                        <p:tgtEl>
                                          <p:spTgt spid="16"/>
                                        </p:tgtEl>
                                        <p:attrNameLst>
                                          <p:attrName>ppt_x</p:attrName>
                                        </p:attrNameLst>
                                      </p:cBhvr>
                                      <p:tavLst>
                                        <p:tav tm="0">
                                          <p:val>
                                            <p:strVal val="#ppt_x"/>
                                          </p:val>
                                        </p:tav>
                                        <p:tav tm="100000">
                                          <p:val>
                                            <p:strVal val="#ppt_x"/>
                                          </p:val>
                                        </p:tav>
                                      </p:tavLst>
                                    </p:anim>
                                    <p:anim calcmode="lin" valueType="num">
                                      <p:cBhvr additive="base">
                                        <p:cTn id="8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P spid="139" grpId="0"/>
      <p:bldP spid="144" grpId="0"/>
      <p:bldP spid="8" grpId="0"/>
      <p:bldP spid="9"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5"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6"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800" dirty="0">
                <a:solidFill>
                  <a:schemeClr val="lt1"/>
                </a:solidFill>
                <a:latin typeface="Century Gothic"/>
                <a:ea typeface="Century Gothic"/>
                <a:cs typeface="Century Gothic"/>
                <a:sym typeface="Century Gothic"/>
              </a:rPr>
              <a:t>02</a:t>
            </a:r>
            <a:endParaRPr sz="1800" dirty="0">
              <a:solidFill>
                <a:schemeClr val="lt1"/>
              </a:solidFill>
              <a:latin typeface="Century Gothic"/>
              <a:ea typeface="Century Gothic"/>
              <a:cs typeface="Century Gothic"/>
              <a:sym typeface="Century Gothic"/>
            </a:endParaRPr>
          </a:p>
        </p:txBody>
      </p:sp>
      <p:sp>
        <p:nvSpPr>
          <p:cNvPr id="187" name="Google Shape;187;p17"/>
          <p:cNvSpPr txBox="1"/>
          <p:nvPr/>
        </p:nvSpPr>
        <p:spPr>
          <a:xfrm>
            <a:off x="1014373" y="228401"/>
            <a:ext cx="4050476" cy="561193"/>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800" b="1" dirty="0">
                <a:solidFill>
                  <a:srgbClr val="002060"/>
                </a:solidFill>
                <a:latin typeface="Century Gothic"/>
                <a:ea typeface="Century Gothic"/>
                <a:cs typeface="Century Gothic"/>
                <a:sym typeface="Century Gothic"/>
              </a:rPr>
              <a:t>PRESENTATION D’ARIS CONCEPT COMPANY</a:t>
            </a:r>
            <a:endParaRPr sz="1800" b="1" dirty="0">
              <a:solidFill>
                <a:srgbClr val="002060"/>
              </a:solidFill>
              <a:latin typeface="Century Gothic"/>
              <a:ea typeface="Century Gothic"/>
              <a:cs typeface="Century Gothic"/>
              <a:sym typeface="Century Gothic"/>
            </a:endParaRPr>
          </a:p>
        </p:txBody>
      </p:sp>
      <p:grpSp>
        <p:nvGrpSpPr>
          <p:cNvPr id="188" name="Google Shape;188;p17"/>
          <p:cNvGrpSpPr/>
          <p:nvPr/>
        </p:nvGrpSpPr>
        <p:grpSpPr>
          <a:xfrm>
            <a:off x="5115636" y="-522515"/>
            <a:ext cx="6004276" cy="6004276"/>
            <a:chOff x="6820847" y="-696687"/>
            <a:chExt cx="8005701" cy="8005701"/>
          </a:xfrm>
        </p:grpSpPr>
        <p:sp>
          <p:nvSpPr>
            <p:cNvPr id="189" name="Google Shape;189;p17"/>
            <p:cNvSpPr/>
            <p:nvPr/>
          </p:nvSpPr>
          <p:spPr>
            <a:xfrm>
              <a:off x="6820847" y="-696687"/>
              <a:ext cx="8005701" cy="8005701"/>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pic>
          <p:nvPicPr>
            <p:cNvPr id="190" name="Google Shape;190;p17"/>
            <p:cNvPicPr preferRelativeResize="0"/>
            <p:nvPr/>
          </p:nvPicPr>
          <p:blipFill>
            <a:blip r:embed="rId3"/>
            <a:srcRect/>
            <a:stretch/>
          </p:blipFill>
          <p:spPr>
            <a:xfrm>
              <a:off x="7054302" y="0"/>
              <a:ext cx="7633250" cy="6857998"/>
            </a:xfrm>
            <a:custGeom>
              <a:avLst/>
              <a:gdLst/>
              <a:ahLst/>
              <a:cxnLst/>
              <a:rect l="l" t="t" r="r" b="b"/>
              <a:pathLst>
                <a:path w="7633250" h="6990414" extrusionOk="0">
                  <a:moveTo>
                    <a:pt x="2083447" y="0"/>
                  </a:moveTo>
                  <a:lnTo>
                    <a:pt x="5549804" y="0"/>
                  </a:lnTo>
                  <a:lnTo>
                    <a:pt x="5635855" y="44073"/>
                  </a:lnTo>
                  <a:cubicBezTo>
                    <a:pt x="6825593" y="690378"/>
                    <a:pt x="7633250" y="1950896"/>
                    <a:pt x="7633250" y="3400052"/>
                  </a:cubicBezTo>
                  <a:cubicBezTo>
                    <a:pt x="7633250" y="5046821"/>
                    <a:pt x="6590305" y="6449997"/>
                    <a:pt x="5128909" y="6985085"/>
                  </a:cubicBezTo>
                  <a:lnTo>
                    <a:pt x="5113160" y="6990414"/>
                  </a:lnTo>
                  <a:lnTo>
                    <a:pt x="2520090" y="6990414"/>
                  </a:lnTo>
                  <a:lnTo>
                    <a:pt x="2504342" y="6985085"/>
                  </a:lnTo>
                  <a:cubicBezTo>
                    <a:pt x="1042945" y="6449997"/>
                    <a:pt x="0" y="5046821"/>
                    <a:pt x="0" y="3400052"/>
                  </a:cubicBezTo>
                  <a:cubicBezTo>
                    <a:pt x="0" y="1950896"/>
                    <a:pt x="807657" y="690378"/>
                    <a:pt x="1997395" y="44073"/>
                  </a:cubicBezTo>
                  <a:close/>
                </a:path>
              </a:pathLst>
            </a:custGeom>
            <a:noFill/>
            <a:ln>
              <a:noFill/>
            </a:ln>
          </p:spPr>
        </p:pic>
      </p:grpSp>
      <p:sp>
        <p:nvSpPr>
          <p:cNvPr id="191" name="Google Shape;191;p17"/>
          <p:cNvSpPr txBox="1"/>
          <p:nvPr/>
        </p:nvSpPr>
        <p:spPr>
          <a:xfrm>
            <a:off x="715155" y="1090320"/>
            <a:ext cx="335416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600" b="1" dirty="0">
                <a:solidFill>
                  <a:srgbClr val="002060"/>
                </a:solidFill>
                <a:latin typeface="Century Gothic"/>
                <a:ea typeface="Century Gothic"/>
                <a:cs typeface="Century Gothic"/>
                <a:sym typeface="Century Gothic"/>
              </a:rPr>
              <a:t>ARIS CONCEPT</a:t>
            </a:r>
            <a:endParaRPr sz="1500" b="1" dirty="0">
              <a:solidFill>
                <a:srgbClr val="002060"/>
              </a:solidFill>
              <a:latin typeface="Century Gothic"/>
              <a:ea typeface="Century Gothic"/>
              <a:cs typeface="Century Gothic"/>
              <a:sym typeface="Century Gothic"/>
            </a:endParaRPr>
          </a:p>
        </p:txBody>
      </p:sp>
      <p:grpSp>
        <p:nvGrpSpPr>
          <p:cNvPr id="193" name="Google Shape;193;p17"/>
          <p:cNvGrpSpPr/>
          <p:nvPr/>
        </p:nvGrpSpPr>
        <p:grpSpPr>
          <a:xfrm>
            <a:off x="809625" y="1445379"/>
            <a:ext cx="3340245" cy="34289"/>
            <a:chOff x="5029200" y="2769580"/>
            <a:chExt cx="4453660" cy="45719"/>
          </a:xfrm>
          <a:solidFill>
            <a:srgbClr val="002060"/>
          </a:solidFill>
        </p:grpSpPr>
        <p:sp>
          <p:nvSpPr>
            <p:cNvPr id="194" name="Google Shape;194;p17"/>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195" name="Google Shape;195;p17"/>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14" name="Google Shape;192;p17">
            <a:extLst>
              <a:ext uri="{FF2B5EF4-FFF2-40B4-BE49-F238E27FC236}">
                <a16:creationId xmlns="" xmlns:a16="http://schemas.microsoft.com/office/drawing/2014/main" id="{CED609F4-1B0B-4E3E-B158-7F240A6AEF44}"/>
              </a:ext>
            </a:extLst>
          </p:cNvPr>
          <p:cNvSpPr/>
          <p:nvPr/>
        </p:nvSpPr>
        <p:spPr>
          <a:xfrm>
            <a:off x="674204" y="1599821"/>
            <a:ext cx="4253396" cy="1168514"/>
          </a:xfrm>
          <a:prstGeom prst="rect">
            <a:avLst/>
          </a:prstGeom>
          <a:noFill/>
          <a:ln>
            <a:noFill/>
          </a:ln>
        </p:spPr>
        <p:txBody>
          <a:bodyPr spcFirstLastPara="1" wrap="square" lIns="68575" tIns="34275" rIns="68575" bIns="34275" anchor="t" anchorCtr="0">
            <a:noAutofit/>
          </a:bodyPr>
          <a:lstStyle/>
          <a:p>
            <a:pPr marL="171450" marR="0" lvl="0" indent="-171450" rtl="0">
              <a:lnSpc>
                <a:spcPct val="150000"/>
              </a:lnSpc>
              <a:spcBef>
                <a:spcPts val="0"/>
              </a:spcBef>
              <a:spcAft>
                <a:spcPts val="0"/>
              </a:spcAft>
              <a:buFont typeface="Arial" panose="020B0604020202020204" pitchFamily="34" charset="0"/>
              <a:buChar char="•"/>
            </a:pPr>
            <a:r>
              <a:rPr lang="pt-BR" sz="1200" dirty="0">
                <a:solidFill>
                  <a:srgbClr val="595959"/>
                </a:solidFill>
                <a:latin typeface="Century Gothic"/>
                <a:ea typeface="Century Gothic"/>
                <a:cs typeface="Century Gothic"/>
                <a:sym typeface="Century Gothic"/>
              </a:rPr>
              <a:t>Siege social: Iavoloha Antananarivo</a:t>
            </a:r>
          </a:p>
          <a:p>
            <a:pPr marL="171450" marR="0" lvl="0" indent="-171450" rtl="0">
              <a:lnSpc>
                <a:spcPct val="150000"/>
              </a:lnSpc>
              <a:spcBef>
                <a:spcPts val="0"/>
              </a:spcBef>
              <a:spcAft>
                <a:spcPts val="0"/>
              </a:spcAft>
              <a:buFont typeface="Arial" panose="020B0604020202020204" pitchFamily="34" charset="0"/>
              <a:buChar char="•"/>
            </a:pPr>
            <a:r>
              <a:rPr lang="pt-BR" sz="1200" dirty="0">
                <a:solidFill>
                  <a:srgbClr val="595959"/>
                </a:solidFill>
                <a:latin typeface="Century Gothic"/>
                <a:ea typeface="Century Gothic"/>
                <a:cs typeface="Century Gothic"/>
                <a:sym typeface="Century Gothic"/>
              </a:rPr>
              <a:t>Téléphones : 038 53 405 34</a:t>
            </a:r>
          </a:p>
          <a:p>
            <a:pPr marL="171450" lvl="0" indent="-171450">
              <a:lnSpc>
                <a:spcPct val="150000"/>
              </a:lnSpc>
              <a:buFont typeface="Arial" panose="020B0604020202020204" pitchFamily="34" charset="0"/>
              <a:buChar char="•"/>
            </a:pPr>
            <a:r>
              <a:rPr lang="pt-BR" sz="1200" dirty="0">
                <a:solidFill>
                  <a:srgbClr val="595959"/>
                </a:solidFill>
                <a:latin typeface="Century Gothic"/>
                <a:ea typeface="Century Gothic"/>
                <a:cs typeface="Century Gothic"/>
                <a:sym typeface="Century Gothic"/>
              </a:rPr>
              <a:t>Site : </a:t>
            </a:r>
            <a:r>
              <a:rPr lang="pt-BR" sz="1200" dirty="0">
                <a:solidFill>
                  <a:srgbClr val="595959"/>
                </a:solidFill>
                <a:latin typeface="Century Gothic"/>
                <a:ea typeface="Century Gothic"/>
                <a:cs typeface="Century Gothic"/>
                <a:sym typeface="Century Gothic"/>
                <a:hlinkClick r:id="rId4"/>
              </a:rPr>
              <a:t>www.aris-cc.com</a:t>
            </a:r>
            <a:endParaRPr lang="pt-BR" sz="1200" dirty="0">
              <a:solidFill>
                <a:srgbClr val="595959"/>
              </a:solidFill>
              <a:latin typeface="Century Gothic"/>
              <a:ea typeface="Century Gothic"/>
              <a:cs typeface="Century Gothic"/>
              <a:sym typeface="Century Gothic"/>
            </a:endParaRPr>
          </a:p>
          <a:p>
            <a:pPr marL="171450" lvl="0" indent="-171450">
              <a:lnSpc>
                <a:spcPct val="150000"/>
              </a:lnSpc>
              <a:buFont typeface="Arial" panose="020B0604020202020204" pitchFamily="34" charset="0"/>
              <a:buChar char="•"/>
            </a:pPr>
            <a:endParaRPr lang="pt-BR" sz="1200" dirty="0">
              <a:solidFill>
                <a:schemeClr val="accent1">
                  <a:lumMod val="75000"/>
                </a:schemeClr>
              </a:solidFill>
              <a:latin typeface="Century Gothic"/>
              <a:ea typeface="Century Gothic"/>
              <a:cs typeface="Century Gothic"/>
              <a:sym typeface="Century Gothic"/>
            </a:endParaRPr>
          </a:p>
        </p:txBody>
      </p:sp>
      <p:sp>
        <p:nvSpPr>
          <p:cNvPr id="17" name="Google Shape;191;p17">
            <a:extLst>
              <a:ext uri="{FF2B5EF4-FFF2-40B4-BE49-F238E27FC236}">
                <a16:creationId xmlns="" xmlns:a16="http://schemas.microsoft.com/office/drawing/2014/main" id="{1C845AAA-9AA6-4F3C-911D-989B09F1B1D7}"/>
              </a:ext>
            </a:extLst>
          </p:cNvPr>
          <p:cNvSpPr txBox="1"/>
          <p:nvPr/>
        </p:nvSpPr>
        <p:spPr>
          <a:xfrm>
            <a:off x="715155" y="3055902"/>
            <a:ext cx="335416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500" b="1" dirty="0">
                <a:solidFill>
                  <a:srgbClr val="002060"/>
                </a:solidFill>
                <a:latin typeface="Century Gothic"/>
                <a:ea typeface="Century Gothic"/>
                <a:cs typeface="Century Gothic"/>
                <a:sym typeface="Century Gothic"/>
              </a:rPr>
              <a:t>LES ACTIVITES</a:t>
            </a:r>
            <a:endParaRPr sz="1500" b="1" dirty="0">
              <a:solidFill>
                <a:srgbClr val="002060"/>
              </a:solidFill>
              <a:latin typeface="Century Gothic"/>
              <a:ea typeface="Century Gothic"/>
              <a:cs typeface="Century Gothic"/>
              <a:sym typeface="Century Gothic"/>
            </a:endParaRPr>
          </a:p>
        </p:txBody>
      </p:sp>
      <p:grpSp>
        <p:nvGrpSpPr>
          <p:cNvPr id="18" name="Google Shape;193;p17">
            <a:extLst>
              <a:ext uri="{FF2B5EF4-FFF2-40B4-BE49-F238E27FC236}">
                <a16:creationId xmlns="" xmlns:a16="http://schemas.microsoft.com/office/drawing/2014/main" id="{7F37E49D-B6A6-4BCD-A55E-25E5E4E2AD34}"/>
              </a:ext>
            </a:extLst>
          </p:cNvPr>
          <p:cNvGrpSpPr/>
          <p:nvPr/>
        </p:nvGrpSpPr>
        <p:grpSpPr>
          <a:xfrm>
            <a:off x="674204" y="3355985"/>
            <a:ext cx="3340245" cy="34289"/>
            <a:chOff x="5029200" y="2769580"/>
            <a:chExt cx="4453660" cy="45719"/>
          </a:xfrm>
          <a:solidFill>
            <a:srgbClr val="002060"/>
          </a:solidFill>
        </p:grpSpPr>
        <p:sp>
          <p:nvSpPr>
            <p:cNvPr id="19" name="Google Shape;194;p17">
              <a:extLst>
                <a:ext uri="{FF2B5EF4-FFF2-40B4-BE49-F238E27FC236}">
                  <a16:creationId xmlns="" xmlns:a16="http://schemas.microsoft.com/office/drawing/2014/main" id="{1F988FC1-9E49-4ECB-8906-69BF8380E62B}"/>
                </a:ext>
              </a:extLst>
            </p:cNvPr>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20" name="Google Shape;195;p17">
              <a:extLst>
                <a:ext uri="{FF2B5EF4-FFF2-40B4-BE49-F238E27FC236}">
                  <a16:creationId xmlns="" xmlns:a16="http://schemas.microsoft.com/office/drawing/2014/main" id="{6614088C-B083-468D-8EBF-6EFD9D109254}"/>
                </a:ext>
              </a:extLst>
            </p:cNvPr>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22" name="Google Shape;192;p17">
            <a:extLst>
              <a:ext uri="{FF2B5EF4-FFF2-40B4-BE49-F238E27FC236}">
                <a16:creationId xmlns="" xmlns:a16="http://schemas.microsoft.com/office/drawing/2014/main" id="{B7614B77-2606-4253-878E-371A22296B87}"/>
              </a:ext>
            </a:extLst>
          </p:cNvPr>
          <p:cNvSpPr/>
          <p:nvPr/>
        </p:nvSpPr>
        <p:spPr>
          <a:xfrm>
            <a:off x="625850" y="3488942"/>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24" name="Google Shape;192;p17">
            <a:extLst>
              <a:ext uri="{FF2B5EF4-FFF2-40B4-BE49-F238E27FC236}">
                <a16:creationId xmlns="" xmlns:a16="http://schemas.microsoft.com/office/drawing/2014/main" id="{4C03929B-247F-46A7-B448-D18BED9B23F1}"/>
              </a:ext>
            </a:extLst>
          </p:cNvPr>
          <p:cNvSpPr/>
          <p:nvPr/>
        </p:nvSpPr>
        <p:spPr>
          <a:xfrm>
            <a:off x="625849" y="3516593"/>
            <a:ext cx="4664878" cy="1141672"/>
          </a:xfrm>
          <a:prstGeom prst="rect">
            <a:avLst/>
          </a:prstGeom>
          <a:noFill/>
          <a:ln>
            <a:noFill/>
          </a:ln>
        </p:spPr>
        <p:txBody>
          <a:bodyPr spcFirstLastPara="1" wrap="square" lIns="68575" tIns="34275" rIns="68575" bIns="34275" anchor="t" anchorCtr="0">
            <a:noAutofit/>
          </a:bodyPr>
          <a:lstStyle/>
          <a:p>
            <a:pPr marL="171450" marR="0" lvl="0" indent="-171450" rtl="0">
              <a:lnSpc>
                <a:spcPct val="150000"/>
              </a:lnSpc>
              <a:spcBef>
                <a:spcPts val="0"/>
              </a:spcBef>
              <a:spcAft>
                <a:spcPts val="0"/>
              </a:spcAft>
              <a:buFont typeface="Wingdings" panose="05000000000000000000" pitchFamily="2" charset="2"/>
              <a:buChar char="Ø"/>
            </a:pPr>
            <a:r>
              <a:rPr lang="pt-BR" sz="1200" dirty="0">
                <a:solidFill>
                  <a:srgbClr val="595959"/>
                </a:solidFill>
                <a:latin typeface="Century Gothic"/>
                <a:ea typeface="Century Gothic"/>
                <a:cs typeface="Century Gothic"/>
                <a:sym typeface="Century Gothic"/>
              </a:rPr>
              <a:t>Creer des solutions innovantes</a:t>
            </a:r>
          </a:p>
          <a:p>
            <a:pPr marL="171450" marR="0" lvl="0" indent="-171450" rtl="0">
              <a:lnSpc>
                <a:spcPct val="150000"/>
              </a:lnSpc>
              <a:spcBef>
                <a:spcPts val="0"/>
              </a:spcBef>
              <a:spcAft>
                <a:spcPts val="0"/>
              </a:spcAft>
              <a:buFont typeface="Wingdings" panose="05000000000000000000" pitchFamily="2" charset="2"/>
              <a:buChar char="Ø"/>
            </a:pPr>
            <a:r>
              <a:rPr lang="pt-BR" sz="1200" dirty="0">
                <a:solidFill>
                  <a:srgbClr val="595959"/>
                </a:solidFill>
                <a:latin typeface="Century Gothic"/>
                <a:ea typeface="Century Gothic"/>
                <a:cs typeface="Century Gothic"/>
                <a:sym typeface="Century Gothic"/>
              </a:rPr>
              <a:t>Ameliorer les perspectives d’emploie pour les jeunes diplomes</a:t>
            </a:r>
          </a:p>
        </p:txBody>
      </p:sp>
    </p:spTree>
    <p:extLst>
      <p:ext uri="{BB962C8B-B14F-4D97-AF65-F5344CB8AC3E}">
        <p14:creationId xmlns:p14="http://schemas.microsoft.com/office/powerpoint/2010/main" val="49419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88"/>
                                        </p:tgtEl>
                                        <p:attrNameLst>
                                          <p:attrName>style.visibility</p:attrName>
                                        </p:attrNameLst>
                                      </p:cBhvr>
                                      <p:to>
                                        <p:strVal val="visible"/>
                                      </p:to>
                                    </p:set>
                                    <p:anim calcmode="lin" valueType="num">
                                      <p:cBhvr additive="base">
                                        <p:cTn id="7" dur="500"/>
                                        <p:tgtEl>
                                          <p:spTgt spid="188"/>
                                        </p:tgtEl>
                                        <p:attrNameLst>
                                          <p:attrName>ppt_w</p:attrName>
                                        </p:attrNameLst>
                                      </p:cBhvr>
                                      <p:tavLst>
                                        <p:tav tm="0">
                                          <p:val>
                                            <p:strVal val="0"/>
                                          </p:val>
                                        </p:tav>
                                        <p:tav tm="100000">
                                          <p:val>
                                            <p:strVal val="#ppt_w"/>
                                          </p:val>
                                        </p:tav>
                                      </p:tavLst>
                                    </p:anim>
                                    <p:anim calcmode="lin" valueType="num">
                                      <p:cBhvr additive="base">
                                        <p:cTn id="8" dur="500"/>
                                        <p:tgtEl>
                                          <p:spTgt spid="1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5"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6"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3</a:t>
            </a:r>
            <a:endParaRPr sz="1800" dirty="0">
              <a:solidFill>
                <a:schemeClr val="lt1"/>
              </a:solidFill>
              <a:latin typeface="Century Gothic"/>
              <a:ea typeface="Century Gothic"/>
              <a:cs typeface="Century Gothic"/>
              <a:sym typeface="Century Gothic"/>
            </a:endParaRPr>
          </a:p>
        </p:txBody>
      </p:sp>
      <p:sp>
        <p:nvSpPr>
          <p:cNvPr id="187" name="Google Shape;187;p17"/>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DESCRIPTION DU PROJET</a:t>
            </a:r>
            <a:endParaRPr sz="2000" b="1" dirty="0">
              <a:solidFill>
                <a:srgbClr val="002060"/>
              </a:solidFill>
              <a:latin typeface="Century Gothic"/>
              <a:ea typeface="Century Gothic"/>
              <a:cs typeface="Century Gothic"/>
              <a:sym typeface="Century Gothic"/>
            </a:endParaRPr>
          </a:p>
        </p:txBody>
      </p:sp>
      <p:sp>
        <p:nvSpPr>
          <p:cNvPr id="191" name="Google Shape;191;p17"/>
          <p:cNvSpPr txBox="1"/>
          <p:nvPr/>
        </p:nvSpPr>
        <p:spPr>
          <a:xfrm>
            <a:off x="749007" y="846484"/>
            <a:ext cx="372092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600" b="1" dirty="0">
                <a:solidFill>
                  <a:srgbClr val="002060"/>
                </a:solidFill>
                <a:latin typeface="Century Gothic"/>
                <a:ea typeface="Century Gothic"/>
                <a:cs typeface="Century Gothic"/>
                <a:sym typeface="Century Gothic"/>
              </a:rPr>
              <a:t>Objectif et besoins de l’utilisateur</a:t>
            </a:r>
            <a:endParaRPr sz="1500" b="1" dirty="0">
              <a:solidFill>
                <a:srgbClr val="002060"/>
              </a:solidFill>
              <a:latin typeface="Century Gothic"/>
              <a:ea typeface="Century Gothic"/>
              <a:cs typeface="Century Gothic"/>
              <a:sym typeface="Century Gothic"/>
            </a:endParaRPr>
          </a:p>
        </p:txBody>
      </p:sp>
      <p:grpSp>
        <p:nvGrpSpPr>
          <p:cNvPr id="193" name="Google Shape;193;p17"/>
          <p:cNvGrpSpPr/>
          <p:nvPr/>
        </p:nvGrpSpPr>
        <p:grpSpPr>
          <a:xfrm>
            <a:off x="749007" y="1251224"/>
            <a:ext cx="3340245" cy="34289"/>
            <a:chOff x="5029200" y="2769580"/>
            <a:chExt cx="4453660" cy="45719"/>
          </a:xfrm>
          <a:solidFill>
            <a:srgbClr val="002060"/>
          </a:solidFill>
        </p:grpSpPr>
        <p:sp>
          <p:nvSpPr>
            <p:cNvPr id="194" name="Google Shape;194;p17"/>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195" name="Google Shape;195;p17"/>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14" name="Google Shape;192;p17">
            <a:extLst>
              <a:ext uri="{FF2B5EF4-FFF2-40B4-BE49-F238E27FC236}">
                <a16:creationId xmlns="" xmlns:a16="http://schemas.microsoft.com/office/drawing/2014/main" id="{CED609F4-1B0B-4E3E-B158-7F240A6AEF44}"/>
              </a:ext>
            </a:extLst>
          </p:cNvPr>
          <p:cNvSpPr/>
          <p:nvPr/>
        </p:nvSpPr>
        <p:spPr>
          <a:xfrm>
            <a:off x="674204" y="1306599"/>
            <a:ext cx="8262762" cy="1274434"/>
          </a:xfrm>
          <a:prstGeom prst="rect">
            <a:avLst/>
          </a:prstGeom>
          <a:noFill/>
          <a:ln>
            <a:noFill/>
          </a:ln>
        </p:spPr>
        <p:txBody>
          <a:bodyPr spcFirstLastPara="1" wrap="square" lIns="68575" tIns="34275" rIns="68575" bIns="34275" anchor="t" anchorCtr="0">
            <a:noAutofit/>
          </a:bodyPr>
          <a:lstStyle/>
          <a:p>
            <a:endParaRPr lang="fr-FR" dirty="0"/>
          </a:p>
          <a:p>
            <a:pPr marL="285750" indent="-285750">
              <a:lnSpc>
                <a:spcPct val="150000"/>
              </a:lnSpc>
              <a:buFont typeface="Wingdings" panose="05000000000000000000" pitchFamily="2" charset="2"/>
              <a:buChar char="§"/>
            </a:pPr>
            <a:r>
              <a:rPr lang="fr-FR" sz="1600" dirty="0">
                <a:solidFill>
                  <a:srgbClr val="595959"/>
                </a:solidFill>
                <a:latin typeface="Century Gothic"/>
              </a:rPr>
              <a:t>Enregistrer les horaires d’arrivée et de départ</a:t>
            </a:r>
          </a:p>
          <a:p>
            <a:r>
              <a:rPr lang="fr-FR" sz="1600" dirty="0">
                <a:solidFill>
                  <a:srgbClr val="595959"/>
                </a:solidFill>
                <a:latin typeface="Century Gothic"/>
                <a:ea typeface="Century Gothic"/>
                <a:cs typeface="Century Gothic"/>
                <a:sym typeface="Century Gothic"/>
              </a:rPr>
              <a:t> </a:t>
            </a:r>
            <a:endParaRPr lang="fr-FR" dirty="0"/>
          </a:p>
          <a:p>
            <a:pPr marL="285750" lvl="1" indent="-285750">
              <a:lnSpc>
                <a:spcPct val="150000"/>
              </a:lnSpc>
              <a:buFont typeface="Wingdings" panose="05000000000000000000" pitchFamily="2" charset="2"/>
              <a:buChar char="§"/>
            </a:pPr>
            <a:r>
              <a:rPr lang="fr-FR" sz="1600" dirty="0">
                <a:solidFill>
                  <a:srgbClr val="595959"/>
                </a:solidFill>
                <a:latin typeface="Century Gothic"/>
              </a:rPr>
              <a:t>Suivre les activités en temps réel</a:t>
            </a:r>
          </a:p>
          <a:p>
            <a:pPr lvl="0">
              <a:lnSpc>
                <a:spcPct val="150000"/>
              </a:lnSpc>
            </a:pPr>
            <a:endParaRPr lang="pt-BR" sz="1600" dirty="0">
              <a:solidFill>
                <a:srgbClr val="595959"/>
              </a:solidFill>
              <a:latin typeface="Century Gothic"/>
              <a:ea typeface="Century Gothic"/>
              <a:cs typeface="Century Gothic"/>
              <a:sym typeface="Century Gothic"/>
            </a:endParaRPr>
          </a:p>
        </p:txBody>
      </p:sp>
      <p:sp>
        <p:nvSpPr>
          <p:cNvPr id="17" name="Google Shape;191;p17">
            <a:extLst>
              <a:ext uri="{FF2B5EF4-FFF2-40B4-BE49-F238E27FC236}">
                <a16:creationId xmlns="" xmlns:a16="http://schemas.microsoft.com/office/drawing/2014/main" id="{1C845AAA-9AA6-4F3C-911D-989B09F1B1D7}"/>
              </a:ext>
            </a:extLst>
          </p:cNvPr>
          <p:cNvSpPr txBox="1"/>
          <p:nvPr/>
        </p:nvSpPr>
        <p:spPr>
          <a:xfrm>
            <a:off x="674204" y="2582570"/>
            <a:ext cx="335416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600" b="1" dirty="0">
                <a:solidFill>
                  <a:srgbClr val="002060"/>
                </a:solidFill>
                <a:latin typeface="Century Gothic"/>
                <a:ea typeface="Century Gothic"/>
                <a:cs typeface="Century Gothic"/>
                <a:sym typeface="Century Gothic"/>
              </a:rPr>
              <a:t>Résultat attendu</a:t>
            </a:r>
            <a:endParaRPr sz="1600" b="1" dirty="0">
              <a:solidFill>
                <a:srgbClr val="002060"/>
              </a:solidFill>
              <a:latin typeface="Century Gothic"/>
              <a:ea typeface="Century Gothic"/>
              <a:cs typeface="Century Gothic"/>
              <a:sym typeface="Century Gothic"/>
            </a:endParaRPr>
          </a:p>
        </p:txBody>
      </p:sp>
      <p:grpSp>
        <p:nvGrpSpPr>
          <p:cNvPr id="18" name="Google Shape;193;p17">
            <a:extLst>
              <a:ext uri="{FF2B5EF4-FFF2-40B4-BE49-F238E27FC236}">
                <a16:creationId xmlns="" xmlns:a16="http://schemas.microsoft.com/office/drawing/2014/main" id="{7F37E49D-B6A6-4BCD-A55E-25E5E4E2AD34}"/>
              </a:ext>
            </a:extLst>
          </p:cNvPr>
          <p:cNvGrpSpPr/>
          <p:nvPr/>
        </p:nvGrpSpPr>
        <p:grpSpPr>
          <a:xfrm>
            <a:off x="715155" y="2967358"/>
            <a:ext cx="3340245" cy="34289"/>
            <a:chOff x="5029200" y="2769580"/>
            <a:chExt cx="4453660" cy="45719"/>
          </a:xfrm>
          <a:solidFill>
            <a:srgbClr val="002060"/>
          </a:solidFill>
        </p:grpSpPr>
        <p:sp>
          <p:nvSpPr>
            <p:cNvPr id="19" name="Google Shape;194;p17">
              <a:extLst>
                <a:ext uri="{FF2B5EF4-FFF2-40B4-BE49-F238E27FC236}">
                  <a16:creationId xmlns="" xmlns:a16="http://schemas.microsoft.com/office/drawing/2014/main" id="{1F988FC1-9E49-4ECB-8906-69BF8380E62B}"/>
                </a:ext>
              </a:extLst>
            </p:cNvPr>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20" name="Google Shape;195;p17">
              <a:extLst>
                <a:ext uri="{FF2B5EF4-FFF2-40B4-BE49-F238E27FC236}">
                  <a16:creationId xmlns="" xmlns:a16="http://schemas.microsoft.com/office/drawing/2014/main" id="{6614088C-B083-468D-8EBF-6EFD9D109254}"/>
                </a:ext>
              </a:extLst>
            </p:cNvPr>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22" name="Google Shape;192;p17">
            <a:extLst>
              <a:ext uri="{FF2B5EF4-FFF2-40B4-BE49-F238E27FC236}">
                <a16:creationId xmlns="" xmlns:a16="http://schemas.microsoft.com/office/drawing/2014/main" id="{B7614B77-2606-4253-878E-371A22296B87}"/>
              </a:ext>
            </a:extLst>
          </p:cNvPr>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24" name="Google Shape;192;p17">
            <a:extLst>
              <a:ext uri="{FF2B5EF4-FFF2-40B4-BE49-F238E27FC236}">
                <a16:creationId xmlns="" xmlns:a16="http://schemas.microsoft.com/office/drawing/2014/main" id="{4C03929B-247F-46A7-B448-D18BED9B23F1}"/>
              </a:ext>
            </a:extLst>
          </p:cNvPr>
          <p:cNvSpPr/>
          <p:nvPr/>
        </p:nvSpPr>
        <p:spPr>
          <a:xfrm>
            <a:off x="625849" y="3158506"/>
            <a:ext cx="7688158" cy="603937"/>
          </a:xfrm>
          <a:prstGeom prst="rect">
            <a:avLst/>
          </a:prstGeom>
          <a:noFill/>
          <a:ln>
            <a:noFill/>
          </a:ln>
        </p:spPr>
        <p:txBody>
          <a:bodyPr spcFirstLastPara="1" wrap="square" lIns="68575" tIns="34275" rIns="68575" bIns="34275" anchor="t" anchorCtr="0">
            <a:noAutofit/>
          </a:bodyPr>
          <a:lstStyle/>
          <a:p>
            <a:endParaRPr lang="fr-FR" dirty="0"/>
          </a:p>
          <a:p>
            <a:pPr marL="285750" indent="-285750">
              <a:lnSpc>
                <a:spcPct val="150000"/>
              </a:lnSpc>
              <a:buFont typeface="Wingdings" panose="05000000000000000000" pitchFamily="2" charset="2"/>
              <a:buChar char="§"/>
            </a:pPr>
            <a:r>
              <a:rPr lang="fr-FR" sz="1600" dirty="0">
                <a:solidFill>
                  <a:srgbClr val="595959"/>
                </a:solidFill>
                <a:latin typeface="Century Gothic"/>
              </a:rPr>
              <a:t>Suivi des présences en temps réel</a:t>
            </a:r>
          </a:p>
          <a:p>
            <a:endParaRPr lang="fr-FR" dirty="0"/>
          </a:p>
          <a:p>
            <a:pPr marL="285750" lvl="1" indent="-285750">
              <a:buFont typeface="Wingdings" panose="05000000000000000000" pitchFamily="2" charset="2"/>
              <a:buChar char="§"/>
            </a:pPr>
            <a:r>
              <a:rPr lang="fr-FR" sz="1600" dirty="0">
                <a:solidFill>
                  <a:srgbClr val="595959"/>
                </a:solidFill>
                <a:latin typeface="Century Gothic"/>
              </a:rPr>
              <a:t>Amélioration de la transparence et de la performance RH</a:t>
            </a:r>
          </a:p>
          <a:p>
            <a:endParaRPr lang="fr-FR" dirty="0"/>
          </a:p>
          <a:p>
            <a:pPr marL="285750" lvl="1" indent="-285750">
              <a:buFont typeface="Wingdings" panose="05000000000000000000" pitchFamily="2" charset="2"/>
              <a:buChar char="§"/>
            </a:pPr>
            <a:r>
              <a:rPr lang="fr-FR" sz="1600" dirty="0">
                <a:solidFill>
                  <a:srgbClr val="595959"/>
                </a:solidFill>
                <a:latin typeface="Century Gothic"/>
              </a:rPr>
              <a:t>Gain de temps et réduction des erreurs</a:t>
            </a:r>
          </a:p>
        </p:txBody>
      </p:sp>
      <p:sp>
        <p:nvSpPr>
          <p:cNvPr id="2" name="Google Shape;327;p22">
            <a:extLst>
              <a:ext uri="{FF2B5EF4-FFF2-40B4-BE49-F238E27FC236}">
                <a16:creationId xmlns="" xmlns:a16="http://schemas.microsoft.com/office/drawing/2014/main" id="{105290C0-56F9-4E4E-4E45-90C43FF884F5}"/>
              </a:ext>
            </a:extLst>
          </p:cNvPr>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3" name="Google Shape;325;p22">
            <a:extLst>
              <a:ext uri="{FF2B5EF4-FFF2-40B4-BE49-F238E27FC236}">
                <a16:creationId xmlns="" xmlns:a16="http://schemas.microsoft.com/office/drawing/2014/main" id="{99EE61DF-B9C5-8ED8-0D93-A8A5B182E270}"/>
              </a:ext>
            </a:extLst>
          </p:cNvPr>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4" name="Google Shape;324;p22">
            <a:extLst>
              <a:ext uri="{FF2B5EF4-FFF2-40B4-BE49-F238E27FC236}">
                <a16:creationId xmlns="" xmlns:a16="http://schemas.microsoft.com/office/drawing/2014/main" id="{0E197643-6792-B441-9FA9-C20E5D105AA3}"/>
              </a:ext>
            </a:extLst>
          </p:cNvPr>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61496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ppt_w</p:attrName>
                                        </p:attrNameLst>
                                      </p:cBhvr>
                                      <p:tavLst>
                                        <p:tav tm="0">
                                          <p:val>
                                            <p:strVal val="0"/>
                                          </p:val>
                                        </p:tav>
                                        <p:tav tm="100000">
                                          <p:val>
                                            <p:strVal val="#ppt_w"/>
                                          </p:val>
                                        </p:tav>
                                      </p:tavLst>
                                    </p:anim>
                                    <p:anim calcmode="lin" valueType="num">
                                      <p:cBhvr additive="base">
                                        <p:cTn id="8" dur="500"/>
                                        <p:tgtEl>
                                          <p:spTgt spid="2"/>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ppt_w</p:attrName>
                                        </p:attrNameLst>
                                      </p:cBhvr>
                                      <p:tavLst>
                                        <p:tav tm="0">
                                          <p:val>
                                            <p:strVal val="0"/>
                                          </p:val>
                                        </p:tav>
                                        <p:tav tm="100000">
                                          <p:val>
                                            <p:strVal val="#ppt_w"/>
                                          </p:val>
                                        </p:tav>
                                      </p:tavLst>
                                    </p:anim>
                                    <p:anim calcmode="lin" valueType="num">
                                      <p:cBhvr additive="base">
                                        <p:cTn id="12" dur="500"/>
                                        <p:tgtEl>
                                          <p:spTgt spid="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p:tgtEl>
                                          <p:spTgt spid="4"/>
                                        </p:tgtEl>
                                        <p:attrNameLst>
                                          <p:attrName>ppt_w</p:attrName>
                                        </p:attrNameLst>
                                      </p:cBhvr>
                                      <p:tavLst>
                                        <p:tav tm="0">
                                          <p:val>
                                            <p:strVal val="0"/>
                                          </p:val>
                                        </p:tav>
                                        <p:tav tm="100000">
                                          <p:val>
                                            <p:strVal val="#ppt_w"/>
                                          </p:val>
                                        </p:tav>
                                      </p:tavLst>
                                    </p:anim>
                                    <p:anim calcmode="lin" valueType="num">
                                      <p:cBhvr additive="base">
                                        <p:cTn id="16" dur="500"/>
                                        <p:tgtEl>
                                          <p:spTgt spid="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 xmlns:a16="http://schemas.microsoft.com/office/drawing/2014/main" id="{CC9E83CE-097A-D654-8A89-E9FDEA8CB42B}"/>
            </a:ext>
          </a:extLst>
        </p:cNvPr>
        <p:cNvGrpSpPr/>
        <p:nvPr/>
      </p:nvGrpSpPr>
      <p:grpSpPr>
        <a:xfrm>
          <a:off x="0" y="0"/>
          <a:ext cx="0" cy="0"/>
          <a:chOff x="0" y="0"/>
          <a:chExt cx="0" cy="0"/>
        </a:xfrm>
      </p:grpSpPr>
      <p:sp>
        <p:nvSpPr>
          <p:cNvPr id="184" name="Google Shape;184;p17">
            <a:extLst>
              <a:ext uri="{FF2B5EF4-FFF2-40B4-BE49-F238E27FC236}">
                <a16:creationId xmlns="" xmlns:a16="http://schemas.microsoft.com/office/drawing/2014/main" id="{5E026D46-EC8B-466D-E301-9C4CC77C7153}"/>
              </a:ext>
            </a:extLst>
          </p:cNvPr>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5" name="Google Shape;185;p17">
            <a:extLst>
              <a:ext uri="{FF2B5EF4-FFF2-40B4-BE49-F238E27FC236}">
                <a16:creationId xmlns="" xmlns:a16="http://schemas.microsoft.com/office/drawing/2014/main" id="{658EA150-4C19-F37C-F6B2-23BABAB96CF5}"/>
              </a:ext>
            </a:extLst>
          </p:cNvPr>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6" name="Google Shape;186;p17">
            <a:extLst>
              <a:ext uri="{FF2B5EF4-FFF2-40B4-BE49-F238E27FC236}">
                <a16:creationId xmlns="" xmlns:a16="http://schemas.microsoft.com/office/drawing/2014/main" id="{8B03BDBC-40D7-6AF7-6AD3-A176CB249168}"/>
              </a:ext>
            </a:extLst>
          </p:cNvPr>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4</a:t>
            </a:r>
            <a:endParaRPr sz="1800" dirty="0">
              <a:solidFill>
                <a:schemeClr val="lt1"/>
              </a:solidFill>
              <a:latin typeface="Century Gothic"/>
              <a:ea typeface="Century Gothic"/>
              <a:cs typeface="Century Gothic"/>
              <a:sym typeface="Century Gothic"/>
            </a:endParaRPr>
          </a:p>
        </p:txBody>
      </p:sp>
      <p:sp>
        <p:nvSpPr>
          <p:cNvPr id="187" name="Google Shape;187;p17">
            <a:extLst>
              <a:ext uri="{FF2B5EF4-FFF2-40B4-BE49-F238E27FC236}">
                <a16:creationId xmlns="" xmlns:a16="http://schemas.microsoft.com/office/drawing/2014/main" id="{20497892-98F3-7F46-E6A7-283331AEB53E}"/>
              </a:ext>
            </a:extLst>
          </p:cNvPr>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Analyse et Critique de l’existant</a:t>
            </a:r>
            <a:endParaRPr sz="2000" b="1" dirty="0">
              <a:solidFill>
                <a:srgbClr val="002060"/>
              </a:solidFill>
              <a:latin typeface="Century Gothic"/>
              <a:ea typeface="Century Gothic"/>
              <a:cs typeface="Century Gothic"/>
              <a:sym typeface="Century Gothic"/>
            </a:endParaRPr>
          </a:p>
        </p:txBody>
      </p:sp>
      <p:sp>
        <p:nvSpPr>
          <p:cNvPr id="22" name="Google Shape;192;p17">
            <a:extLst>
              <a:ext uri="{FF2B5EF4-FFF2-40B4-BE49-F238E27FC236}">
                <a16:creationId xmlns="" xmlns:a16="http://schemas.microsoft.com/office/drawing/2014/main" id="{5B82E777-A439-9B3C-D81D-535664D23741}"/>
              </a:ext>
            </a:extLst>
          </p:cNvPr>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2" name="Google Shape;327;p22">
            <a:extLst>
              <a:ext uri="{FF2B5EF4-FFF2-40B4-BE49-F238E27FC236}">
                <a16:creationId xmlns="" xmlns:a16="http://schemas.microsoft.com/office/drawing/2014/main" id="{06CB54C0-C9BB-A36B-3E74-784BA361E1F2}"/>
              </a:ext>
            </a:extLst>
          </p:cNvPr>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3" name="Google Shape;325;p22">
            <a:extLst>
              <a:ext uri="{FF2B5EF4-FFF2-40B4-BE49-F238E27FC236}">
                <a16:creationId xmlns="" xmlns:a16="http://schemas.microsoft.com/office/drawing/2014/main" id="{68DA1F48-A9A6-0C2F-05F1-A4477A4FA104}"/>
              </a:ext>
            </a:extLst>
          </p:cNvPr>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4" name="Google Shape;324;p22">
            <a:extLst>
              <a:ext uri="{FF2B5EF4-FFF2-40B4-BE49-F238E27FC236}">
                <a16:creationId xmlns="" xmlns:a16="http://schemas.microsoft.com/office/drawing/2014/main" id="{B2DF5CDA-04E2-6056-3F82-D142DF81FED1}"/>
              </a:ext>
            </a:extLst>
          </p:cNvPr>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6" name="ZoneTexte 5">
            <a:extLst>
              <a:ext uri="{FF2B5EF4-FFF2-40B4-BE49-F238E27FC236}">
                <a16:creationId xmlns="" xmlns:a16="http://schemas.microsoft.com/office/drawing/2014/main" id="{79AA99B3-F63B-6DEC-2725-68FE11776262}"/>
              </a:ext>
            </a:extLst>
          </p:cNvPr>
          <p:cNvSpPr txBox="1"/>
          <p:nvPr/>
        </p:nvSpPr>
        <p:spPr>
          <a:xfrm>
            <a:off x="1053737" y="1105989"/>
            <a:ext cx="7427009" cy="738664"/>
          </a:xfrm>
          <a:prstGeom prst="rect">
            <a:avLst/>
          </a:prstGeom>
          <a:noFill/>
        </p:spPr>
        <p:txBody>
          <a:bodyPr wrap="square" rtlCol="0">
            <a:spAutoFit/>
          </a:bodyPr>
          <a:lstStyle/>
          <a:p>
            <a:pPr marL="285750" indent="-285750">
              <a:buFont typeface="Arial" panose="020B0604020202020204" pitchFamily="34" charset="0"/>
              <a:buChar char="•"/>
            </a:pPr>
            <a:r>
              <a:rPr lang="fr-FR" dirty="0"/>
              <a:t>Les employés doivent faire une signature lors de l’arrivé et de la sortie de l’entreprise.</a:t>
            </a:r>
          </a:p>
          <a:p>
            <a:pPr marL="285750" indent="-285750">
              <a:buFont typeface="Arial" panose="020B0604020202020204" pitchFamily="34" charset="0"/>
              <a:buChar char="•"/>
            </a:pPr>
            <a:r>
              <a:rPr lang="fr-FR" dirty="0"/>
              <a:t>Faire des comptes rendus à chaque jour.</a:t>
            </a:r>
          </a:p>
          <a:p>
            <a:endParaRPr lang="fr-FR" dirty="0"/>
          </a:p>
        </p:txBody>
      </p:sp>
    </p:spTree>
    <p:extLst>
      <p:ext uri="{BB962C8B-B14F-4D97-AF65-F5344CB8AC3E}">
        <p14:creationId xmlns:p14="http://schemas.microsoft.com/office/powerpoint/2010/main" val="314846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ppt_w</p:attrName>
                                        </p:attrNameLst>
                                      </p:cBhvr>
                                      <p:tavLst>
                                        <p:tav tm="0">
                                          <p:val>
                                            <p:strVal val="0"/>
                                          </p:val>
                                        </p:tav>
                                        <p:tav tm="100000">
                                          <p:val>
                                            <p:strVal val="#ppt_w"/>
                                          </p:val>
                                        </p:tav>
                                      </p:tavLst>
                                    </p:anim>
                                    <p:anim calcmode="lin" valueType="num">
                                      <p:cBhvr additive="base">
                                        <p:cTn id="8" dur="500"/>
                                        <p:tgtEl>
                                          <p:spTgt spid="2"/>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ppt_w</p:attrName>
                                        </p:attrNameLst>
                                      </p:cBhvr>
                                      <p:tavLst>
                                        <p:tav tm="0">
                                          <p:val>
                                            <p:strVal val="0"/>
                                          </p:val>
                                        </p:tav>
                                        <p:tav tm="100000">
                                          <p:val>
                                            <p:strVal val="#ppt_w"/>
                                          </p:val>
                                        </p:tav>
                                      </p:tavLst>
                                    </p:anim>
                                    <p:anim calcmode="lin" valueType="num">
                                      <p:cBhvr additive="base">
                                        <p:cTn id="12" dur="500"/>
                                        <p:tgtEl>
                                          <p:spTgt spid="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p:tgtEl>
                                          <p:spTgt spid="4"/>
                                        </p:tgtEl>
                                        <p:attrNameLst>
                                          <p:attrName>ppt_w</p:attrName>
                                        </p:attrNameLst>
                                      </p:cBhvr>
                                      <p:tavLst>
                                        <p:tav tm="0">
                                          <p:val>
                                            <p:strVal val="0"/>
                                          </p:val>
                                        </p:tav>
                                        <p:tav tm="100000">
                                          <p:val>
                                            <p:strVal val="#ppt_w"/>
                                          </p:val>
                                        </p:tav>
                                      </p:tavLst>
                                    </p:anim>
                                    <p:anim calcmode="lin" valueType="num">
                                      <p:cBhvr additive="base">
                                        <p:cTn id="16" dur="500"/>
                                        <p:tgtEl>
                                          <p:spTgt spid="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 xmlns:a16="http://schemas.microsoft.com/office/drawing/2014/main" id="{D88260BB-C5E8-11A4-F6B0-89623F95282F}"/>
            </a:ext>
          </a:extLst>
        </p:cNvPr>
        <p:cNvGrpSpPr/>
        <p:nvPr/>
      </p:nvGrpSpPr>
      <p:grpSpPr>
        <a:xfrm>
          <a:off x="0" y="0"/>
          <a:ext cx="0" cy="0"/>
          <a:chOff x="0" y="0"/>
          <a:chExt cx="0" cy="0"/>
        </a:xfrm>
      </p:grpSpPr>
      <p:sp>
        <p:nvSpPr>
          <p:cNvPr id="184" name="Google Shape;184;p17">
            <a:extLst>
              <a:ext uri="{FF2B5EF4-FFF2-40B4-BE49-F238E27FC236}">
                <a16:creationId xmlns="" xmlns:a16="http://schemas.microsoft.com/office/drawing/2014/main" id="{6CFAA8A3-56D6-21FA-6C58-2387B89E6048}"/>
              </a:ext>
            </a:extLst>
          </p:cNvPr>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5" name="Google Shape;185;p17">
            <a:extLst>
              <a:ext uri="{FF2B5EF4-FFF2-40B4-BE49-F238E27FC236}">
                <a16:creationId xmlns="" xmlns:a16="http://schemas.microsoft.com/office/drawing/2014/main" id="{8B256F92-48FA-D3B3-0E97-29C0AEA1995B}"/>
              </a:ext>
            </a:extLst>
          </p:cNvPr>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6" name="Google Shape;186;p17">
            <a:extLst>
              <a:ext uri="{FF2B5EF4-FFF2-40B4-BE49-F238E27FC236}">
                <a16:creationId xmlns="" xmlns:a16="http://schemas.microsoft.com/office/drawing/2014/main" id="{6F3CF6C7-8A94-E1A0-B401-50CA80DF4DE1}"/>
              </a:ext>
            </a:extLst>
          </p:cNvPr>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5</a:t>
            </a:r>
            <a:endParaRPr sz="1800" dirty="0">
              <a:solidFill>
                <a:schemeClr val="lt1"/>
              </a:solidFill>
              <a:latin typeface="Century Gothic"/>
              <a:ea typeface="Century Gothic"/>
              <a:cs typeface="Century Gothic"/>
              <a:sym typeface="Century Gothic"/>
            </a:endParaRPr>
          </a:p>
        </p:txBody>
      </p:sp>
      <p:sp>
        <p:nvSpPr>
          <p:cNvPr id="187" name="Google Shape;187;p17">
            <a:extLst>
              <a:ext uri="{FF2B5EF4-FFF2-40B4-BE49-F238E27FC236}">
                <a16:creationId xmlns="" xmlns:a16="http://schemas.microsoft.com/office/drawing/2014/main" id="{7EA1AB95-B021-7E19-0D6E-E09D5768F7E2}"/>
              </a:ext>
            </a:extLst>
          </p:cNvPr>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Problématique</a:t>
            </a:r>
            <a:endParaRPr sz="2000" b="1" dirty="0">
              <a:solidFill>
                <a:srgbClr val="002060"/>
              </a:solidFill>
              <a:latin typeface="Century Gothic"/>
              <a:ea typeface="Century Gothic"/>
              <a:cs typeface="Century Gothic"/>
              <a:sym typeface="Century Gothic"/>
            </a:endParaRPr>
          </a:p>
        </p:txBody>
      </p:sp>
      <p:sp>
        <p:nvSpPr>
          <p:cNvPr id="22" name="Google Shape;192;p17">
            <a:extLst>
              <a:ext uri="{FF2B5EF4-FFF2-40B4-BE49-F238E27FC236}">
                <a16:creationId xmlns="" xmlns:a16="http://schemas.microsoft.com/office/drawing/2014/main" id="{6848882C-0DB2-8698-D92F-8072A34BD9E4}"/>
              </a:ext>
            </a:extLst>
          </p:cNvPr>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2" name="Google Shape;327;p22">
            <a:extLst>
              <a:ext uri="{FF2B5EF4-FFF2-40B4-BE49-F238E27FC236}">
                <a16:creationId xmlns="" xmlns:a16="http://schemas.microsoft.com/office/drawing/2014/main" id="{B68A2A95-419D-7AAF-9C4B-FB8D44856CBD}"/>
              </a:ext>
            </a:extLst>
          </p:cNvPr>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3" name="Google Shape;325;p22">
            <a:extLst>
              <a:ext uri="{FF2B5EF4-FFF2-40B4-BE49-F238E27FC236}">
                <a16:creationId xmlns="" xmlns:a16="http://schemas.microsoft.com/office/drawing/2014/main" id="{268AF9C5-67CE-3E77-79FA-7A345CBCA32C}"/>
              </a:ext>
            </a:extLst>
          </p:cNvPr>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4" name="Google Shape;324;p22">
            <a:extLst>
              <a:ext uri="{FF2B5EF4-FFF2-40B4-BE49-F238E27FC236}">
                <a16:creationId xmlns="" xmlns:a16="http://schemas.microsoft.com/office/drawing/2014/main" id="{CED6CDA9-8434-E7DA-F19B-3EED8538CF15}"/>
              </a:ext>
            </a:extLst>
          </p:cNvPr>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5" name="ZoneTexte 4">
            <a:extLst>
              <a:ext uri="{FF2B5EF4-FFF2-40B4-BE49-F238E27FC236}">
                <a16:creationId xmlns="" xmlns:a16="http://schemas.microsoft.com/office/drawing/2014/main" id="{854D15BA-C925-867C-C146-3902338023F9}"/>
              </a:ext>
            </a:extLst>
          </p:cNvPr>
          <p:cNvSpPr txBox="1"/>
          <p:nvPr/>
        </p:nvSpPr>
        <p:spPr>
          <a:xfrm>
            <a:off x="2037806" y="2238103"/>
            <a:ext cx="1210491" cy="1202802"/>
          </a:xfrm>
          <a:prstGeom prst="rect">
            <a:avLst/>
          </a:prstGeom>
          <a:noFill/>
        </p:spPr>
        <p:txBody>
          <a:bodyPr wrap="square" rtlCol="0">
            <a:spAutoFit/>
          </a:bodyPr>
          <a:lstStyle/>
          <a:p>
            <a:endParaRPr lang="fr-FR" dirty="0"/>
          </a:p>
        </p:txBody>
      </p:sp>
      <p:pic>
        <p:nvPicPr>
          <p:cNvPr id="8" name="Image 7">
            <a:extLst>
              <a:ext uri="{FF2B5EF4-FFF2-40B4-BE49-F238E27FC236}">
                <a16:creationId xmlns="" xmlns:a16="http://schemas.microsoft.com/office/drawing/2014/main" id="{B03F3EFD-0209-4B21-1D8A-393A886F2B05}"/>
              </a:ext>
            </a:extLst>
          </p:cNvPr>
          <p:cNvPicPr>
            <a:picLocks noChangeAspect="1"/>
          </p:cNvPicPr>
          <p:nvPr/>
        </p:nvPicPr>
        <p:blipFill>
          <a:blip r:embed="rId3"/>
          <a:srcRect t="16971" b="16971"/>
          <a:stretch/>
        </p:blipFill>
        <p:spPr>
          <a:xfrm>
            <a:off x="1541418" y="1847294"/>
            <a:ext cx="1365616" cy="12028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 name="Bulle narrative : ronde 11">
            <a:extLst>
              <a:ext uri="{FF2B5EF4-FFF2-40B4-BE49-F238E27FC236}">
                <a16:creationId xmlns="" xmlns:a16="http://schemas.microsoft.com/office/drawing/2014/main" id="{7B36C1A2-7AD2-34B9-6ECF-43A5B4761211}"/>
              </a:ext>
            </a:extLst>
          </p:cNvPr>
          <p:cNvSpPr/>
          <p:nvPr/>
        </p:nvSpPr>
        <p:spPr>
          <a:xfrm>
            <a:off x="3056244" y="620348"/>
            <a:ext cx="4050476" cy="1018903"/>
          </a:xfrm>
          <a:prstGeom prst="wedgeEllipseCallout">
            <a:avLst>
              <a:gd name="adj1" fmla="val -57598"/>
              <a:gd name="adj2" fmla="val 804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dirty="0">
              <a:ln w="0"/>
              <a:solidFill>
                <a:schemeClr val="tx1"/>
              </a:solidFill>
              <a:effectLst>
                <a:outerShdw blurRad="38100" dist="19050" dir="2700000" algn="tl" rotWithShape="0">
                  <a:schemeClr val="dk1">
                    <a:alpha val="40000"/>
                  </a:schemeClr>
                </a:outerShdw>
              </a:effectLst>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fr-FR" dirty="0">
              <a:ln w="0"/>
              <a:solidFill>
                <a:schemeClr val="tx1"/>
              </a:solidFill>
              <a:effectLst>
                <a:outerShdw blurRad="38100" dist="19050" dir="2700000" algn="tl" rotWithShape="0">
                  <a:schemeClr val="dk1">
                    <a:alpha val="40000"/>
                  </a:schemeClr>
                </a:outerShdw>
              </a:effectLst>
            </a:endParaRPr>
          </a:p>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ln w="0"/>
                <a:solidFill>
                  <a:schemeClr val="tx1"/>
                </a:solidFill>
                <a:effectLst>
                  <a:outerShdw blurRad="38100" dist="19050" dir="2700000" algn="tl" rotWithShape="0">
                    <a:schemeClr val="dk1">
                      <a:alpha val="40000"/>
                    </a:schemeClr>
                  </a:outerShdw>
                </a:effectLst>
              </a:rPr>
              <a:t>    Alors comment faire pour résoudre ces différentes problèmes?</a:t>
            </a:r>
          </a:p>
          <a:p>
            <a:pPr marL="0" lvl="0" indent="0" algn="l" rtl="0">
              <a:spcBef>
                <a:spcPts val="0"/>
              </a:spcBef>
              <a:spcAft>
                <a:spcPts val="0"/>
              </a:spcAft>
              <a:buNone/>
            </a:pPr>
            <a:endParaRPr lang="fr-FR" dirty="0">
              <a:ln w="0"/>
              <a:solidFill>
                <a:schemeClr val="tx1"/>
              </a:solidFill>
              <a:effectLst>
                <a:outerShdw blurRad="38100" dist="19050" dir="2700000" algn="tl" rotWithShape="0">
                  <a:schemeClr val="dk1">
                    <a:alpha val="40000"/>
                  </a:schemeClr>
                </a:outerShdw>
              </a:effectLst>
            </a:endParaRPr>
          </a:p>
          <a:p>
            <a:pPr algn="ctr"/>
            <a:endParaRPr lang="fr-FR"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1769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ppt_w</p:attrName>
                                        </p:attrNameLst>
                                      </p:cBhvr>
                                      <p:tavLst>
                                        <p:tav tm="0">
                                          <p:val>
                                            <p:strVal val="0"/>
                                          </p:val>
                                        </p:tav>
                                        <p:tav tm="100000">
                                          <p:val>
                                            <p:strVal val="#ppt_w"/>
                                          </p:val>
                                        </p:tav>
                                      </p:tavLst>
                                    </p:anim>
                                    <p:anim calcmode="lin" valueType="num">
                                      <p:cBhvr additive="base">
                                        <p:cTn id="8" dur="500"/>
                                        <p:tgtEl>
                                          <p:spTgt spid="2"/>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ppt_w</p:attrName>
                                        </p:attrNameLst>
                                      </p:cBhvr>
                                      <p:tavLst>
                                        <p:tav tm="0">
                                          <p:val>
                                            <p:strVal val="0"/>
                                          </p:val>
                                        </p:tav>
                                        <p:tav tm="100000">
                                          <p:val>
                                            <p:strVal val="#ppt_w"/>
                                          </p:val>
                                        </p:tav>
                                      </p:tavLst>
                                    </p:anim>
                                    <p:anim calcmode="lin" valueType="num">
                                      <p:cBhvr additive="base">
                                        <p:cTn id="12" dur="500"/>
                                        <p:tgtEl>
                                          <p:spTgt spid="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p:tgtEl>
                                          <p:spTgt spid="4"/>
                                        </p:tgtEl>
                                        <p:attrNameLst>
                                          <p:attrName>ppt_w</p:attrName>
                                        </p:attrNameLst>
                                      </p:cBhvr>
                                      <p:tavLst>
                                        <p:tav tm="0">
                                          <p:val>
                                            <p:strVal val="0"/>
                                          </p:val>
                                        </p:tav>
                                        <p:tav tm="100000">
                                          <p:val>
                                            <p:strVal val="#ppt_w"/>
                                          </p:val>
                                        </p:tav>
                                      </p:tavLst>
                                    </p:anim>
                                    <p:anim calcmode="lin" valueType="num">
                                      <p:cBhvr additive="base">
                                        <p:cTn id="16" dur="500"/>
                                        <p:tgtEl>
                                          <p:spTgt spid="4"/>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 xmlns:a16="http://schemas.microsoft.com/office/drawing/2014/main" id="{207C0BDB-5747-18E8-0528-57A9AD57BC72}"/>
            </a:ext>
          </a:extLst>
        </p:cNvPr>
        <p:cNvGrpSpPr/>
        <p:nvPr/>
      </p:nvGrpSpPr>
      <p:grpSpPr>
        <a:xfrm>
          <a:off x="0" y="0"/>
          <a:ext cx="0" cy="0"/>
          <a:chOff x="0" y="0"/>
          <a:chExt cx="0" cy="0"/>
        </a:xfrm>
      </p:grpSpPr>
      <p:sp>
        <p:nvSpPr>
          <p:cNvPr id="184" name="Google Shape;184;p17">
            <a:extLst>
              <a:ext uri="{FF2B5EF4-FFF2-40B4-BE49-F238E27FC236}">
                <a16:creationId xmlns="" xmlns:a16="http://schemas.microsoft.com/office/drawing/2014/main" id="{FC20CE71-51E1-7366-2B82-8B38F0B28392}"/>
              </a:ext>
            </a:extLst>
          </p:cNvPr>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5" name="Google Shape;185;p17">
            <a:extLst>
              <a:ext uri="{FF2B5EF4-FFF2-40B4-BE49-F238E27FC236}">
                <a16:creationId xmlns="" xmlns:a16="http://schemas.microsoft.com/office/drawing/2014/main" id="{64CE3363-C77C-6D1C-29EF-B802021B1E71}"/>
              </a:ext>
            </a:extLst>
          </p:cNvPr>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6" name="Google Shape;186;p17">
            <a:extLst>
              <a:ext uri="{FF2B5EF4-FFF2-40B4-BE49-F238E27FC236}">
                <a16:creationId xmlns="" xmlns:a16="http://schemas.microsoft.com/office/drawing/2014/main" id="{5F206AB5-2D5E-7052-F840-932AC560B10B}"/>
              </a:ext>
            </a:extLst>
          </p:cNvPr>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6</a:t>
            </a:r>
            <a:endParaRPr sz="1800" dirty="0">
              <a:solidFill>
                <a:schemeClr val="lt1"/>
              </a:solidFill>
              <a:latin typeface="Century Gothic"/>
              <a:ea typeface="Century Gothic"/>
              <a:cs typeface="Century Gothic"/>
              <a:sym typeface="Century Gothic"/>
            </a:endParaRPr>
          </a:p>
        </p:txBody>
      </p:sp>
      <p:sp>
        <p:nvSpPr>
          <p:cNvPr id="187" name="Google Shape;187;p17">
            <a:extLst>
              <a:ext uri="{FF2B5EF4-FFF2-40B4-BE49-F238E27FC236}">
                <a16:creationId xmlns="" xmlns:a16="http://schemas.microsoft.com/office/drawing/2014/main" id="{813A62E3-67CA-C544-D787-C293F6855B6D}"/>
              </a:ext>
            </a:extLst>
          </p:cNvPr>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Solutions proposées</a:t>
            </a:r>
            <a:endParaRPr sz="2000" b="1" dirty="0">
              <a:solidFill>
                <a:srgbClr val="002060"/>
              </a:solidFill>
              <a:latin typeface="Century Gothic"/>
              <a:ea typeface="Century Gothic"/>
              <a:cs typeface="Century Gothic"/>
              <a:sym typeface="Century Gothic"/>
            </a:endParaRPr>
          </a:p>
        </p:txBody>
      </p:sp>
      <p:sp>
        <p:nvSpPr>
          <p:cNvPr id="22" name="Google Shape;192;p17">
            <a:extLst>
              <a:ext uri="{FF2B5EF4-FFF2-40B4-BE49-F238E27FC236}">
                <a16:creationId xmlns="" xmlns:a16="http://schemas.microsoft.com/office/drawing/2014/main" id="{9A0EB150-356F-7FE3-B081-E4A3EC142F0E}"/>
              </a:ext>
            </a:extLst>
          </p:cNvPr>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2" name="Google Shape;327;p22">
            <a:extLst>
              <a:ext uri="{FF2B5EF4-FFF2-40B4-BE49-F238E27FC236}">
                <a16:creationId xmlns="" xmlns:a16="http://schemas.microsoft.com/office/drawing/2014/main" id="{446B591F-BFCB-5E1C-12AB-6D6A0E4FE504}"/>
              </a:ext>
            </a:extLst>
          </p:cNvPr>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3" name="Google Shape;325;p22">
            <a:extLst>
              <a:ext uri="{FF2B5EF4-FFF2-40B4-BE49-F238E27FC236}">
                <a16:creationId xmlns="" xmlns:a16="http://schemas.microsoft.com/office/drawing/2014/main" id="{1DF48360-4094-EBA5-088C-66D87544C0B0}"/>
              </a:ext>
            </a:extLst>
          </p:cNvPr>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4" name="Google Shape;324;p22">
            <a:extLst>
              <a:ext uri="{FF2B5EF4-FFF2-40B4-BE49-F238E27FC236}">
                <a16:creationId xmlns="" xmlns:a16="http://schemas.microsoft.com/office/drawing/2014/main" id="{CBB6A266-5DFD-7EF6-24D7-5DCBF87A25F1}"/>
              </a:ext>
            </a:extLst>
          </p:cNvPr>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5" name="ZoneTexte 4">
            <a:extLst>
              <a:ext uri="{FF2B5EF4-FFF2-40B4-BE49-F238E27FC236}">
                <a16:creationId xmlns="" xmlns:a16="http://schemas.microsoft.com/office/drawing/2014/main" id="{8B500469-3DD9-2EB1-5B8A-3CCC7954F6DD}"/>
              </a:ext>
            </a:extLst>
          </p:cNvPr>
          <p:cNvSpPr txBox="1"/>
          <p:nvPr/>
        </p:nvSpPr>
        <p:spPr>
          <a:xfrm>
            <a:off x="715155" y="1077346"/>
            <a:ext cx="7894968" cy="307777"/>
          </a:xfrm>
          <a:prstGeom prst="rect">
            <a:avLst/>
          </a:prstGeom>
          <a:noFill/>
        </p:spPr>
        <p:txBody>
          <a:bodyPr wrap="square" rtlCol="0">
            <a:spAutoFit/>
          </a:bodyPr>
          <a:lstStyle/>
          <a:p>
            <a:r>
              <a:rPr lang="fr-FR" dirty="0"/>
              <a:t>Mise en place d’une application qui permet de vérifier facilement la présence des employés .</a:t>
            </a:r>
          </a:p>
        </p:txBody>
      </p:sp>
    </p:spTree>
    <p:extLst>
      <p:ext uri="{BB962C8B-B14F-4D97-AF65-F5344CB8AC3E}">
        <p14:creationId xmlns:p14="http://schemas.microsoft.com/office/powerpoint/2010/main" val="45534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ppt_w</p:attrName>
                                        </p:attrNameLst>
                                      </p:cBhvr>
                                      <p:tavLst>
                                        <p:tav tm="0">
                                          <p:val>
                                            <p:strVal val="0"/>
                                          </p:val>
                                        </p:tav>
                                        <p:tav tm="100000">
                                          <p:val>
                                            <p:strVal val="#ppt_w"/>
                                          </p:val>
                                        </p:tav>
                                      </p:tavLst>
                                    </p:anim>
                                    <p:anim calcmode="lin" valueType="num">
                                      <p:cBhvr additive="base">
                                        <p:cTn id="8" dur="500"/>
                                        <p:tgtEl>
                                          <p:spTgt spid="2"/>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ppt_w</p:attrName>
                                        </p:attrNameLst>
                                      </p:cBhvr>
                                      <p:tavLst>
                                        <p:tav tm="0">
                                          <p:val>
                                            <p:strVal val="0"/>
                                          </p:val>
                                        </p:tav>
                                        <p:tav tm="100000">
                                          <p:val>
                                            <p:strVal val="#ppt_w"/>
                                          </p:val>
                                        </p:tav>
                                      </p:tavLst>
                                    </p:anim>
                                    <p:anim calcmode="lin" valueType="num">
                                      <p:cBhvr additive="base">
                                        <p:cTn id="12" dur="500"/>
                                        <p:tgtEl>
                                          <p:spTgt spid="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p:tgtEl>
                                          <p:spTgt spid="4"/>
                                        </p:tgtEl>
                                        <p:attrNameLst>
                                          <p:attrName>ppt_w</p:attrName>
                                        </p:attrNameLst>
                                      </p:cBhvr>
                                      <p:tavLst>
                                        <p:tav tm="0">
                                          <p:val>
                                            <p:strVal val="0"/>
                                          </p:val>
                                        </p:tav>
                                        <p:tav tm="100000">
                                          <p:val>
                                            <p:strVal val="#ppt_w"/>
                                          </p:val>
                                        </p:tav>
                                      </p:tavLst>
                                    </p:anim>
                                    <p:anim calcmode="lin" valueType="num">
                                      <p:cBhvr additive="base">
                                        <p:cTn id="16" dur="500"/>
                                        <p:tgtEl>
                                          <p:spTgt spid="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 xmlns:a16="http://schemas.microsoft.com/office/drawing/2014/main" id="{9630B221-BD12-86E9-C223-E9630E7665E8}"/>
            </a:ext>
          </a:extLst>
        </p:cNvPr>
        <p:cNvGrpSpPr/>
        <p:nvPr/>
      </p:nvGrpSpPr>
      <p:grpSpPr>
        <a:xfrm>
          <a:off x="0" y="0"/>
          <a:ext cx="0" cy="0"/>
          <a:chOff x="0" y="0"/>
          <a:chExt cx="0" cy="0"/>
        </a:xfrm>
      </p:grpSpPr>
      <p:sp>
        <p:nvSpPr>
          <p:cNvPr id="184" name="Google Shape;184;p17">
            <a:extLst>
              <a:ext uri="{FF2B5EF4-FFF2-40B4-BE49-F238E27FC236}">
                <a16:creationId xmlns="" xmlns:a16="http://schemas.microsoft.com/office/drawing/2014/main" id="{F4B84272-FA1C-0044-D048-0B5C8D07E219}"/>
              </a:ext>
            </a:extLst>
          </p:cNvPr>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5" name="Google Shape;185;p17">
            <a:extLst>
              <a:ext uri="{FF2B5EF4-FFF2-40B4-BE49-F238E27FC236}">
                <a16:creationId xmlns="" xmlns:a16="http://schemas.microsoft.com/office/drawing/2014/main" id="{61BFFCD8-4FFF-CB45-31ED-887F5227B899}"/>
              </a:ext>
            </a:extLst>
          </p:cNvPr>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86" name="Google Shape;186;p17">
            <a:extLst>
              <a:ext uri="{FF2B5EF4-FFF2-40B4-BE49-F238E27FC236}">
                <a16:creationId xmlns="" xmlns:a16="http://schemas.microsoft.com/office/drawing/2014/main" id="{78189732-DE3F-252D-6426-2F69AC3CC259}"/>
              </a:ext>
            </a:extLst>
          </p:cNvPr>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7</a:t>
            </a:r>
            <a:endParaRPr sz="1800" dirty="0">
              <a:solidFill>
                <a:schemeClr val="lt1"/>
              </a:solidFill>
              <a:latin typeface="Century Gothic"/>
              <a:ea typeface="Century Gothic"/>
              <a:cs typeface="Century Gothic"/>
              <a:sym typeface="Century Gothic"/>
            </a:endParaRPr>
          </a:p>
        </p:txBody>
      </p:sp>
      <p:sp>
        <p:nvSpPr>
          <p:cNvPr id="187" name="Google Shape;187;p17">
            <a:extLst>
              <a:ext uri="{FF2B5EF4-FFF2-40B4-BE49-F238E27FC236}">
                <a16:creationId xmlns="" xmlns:a16="http://schemas.microsoft.com/office/drawing/2014/main" id="{18055FDA-C0E3-26B1-BF2B-2FAA2B18E179}"/>
              </a:ext>
            </a:extLst>
          </p:cNvPr>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 Choix d’outils</a:t>
            </a:r>
            <a:endParaRPr sz="2000" b="1" dirty="0">
              <a:solidFill>
                <a:srgbClr val="002060"/>
              </a:solidFill>
              <a:latin typeface="Century Gothic"/>
              <a:ea typeface="Century Gothic"/>
              <a:cs typeface="Century Gothic"/>
              <a:sym typeface="Century Gothic"/>
            </a:endParaRPr>
          </a:p>
        </p:txBody>
      </p:sp>
      <p:sp>
        <p:nvSpPr>
          <p:cNvPr id="22" name="Google Shape;192;p17">
            <a:extLst>
              <a:ext uri="{FF2B5EF4-FFF2-40B4-BE49-F238E27FC236}">
                <a16:creationId xmlns="" xmlns:a16="http://schemas.microsoft.com/office/drawing/2014/main" id="{0E0E368A-9BE6-F2B2-3A6A-FD5F3A384CE0}"/>
              </a:ext>
            </a:extLst>
          </p:cNvPr>
          <p:cNvSpPr/>
          <p:nvPr/>
        </p:nvSpPr>
        <p:spPr>
          <a:xfrm>
            <a:off x="671963"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2" name="Google Shape;327;p22">
            <a:extLst>
              <a:ext uri="{FF2B5EF4-FFF2-40B4-BE49-F238E27FC236}">
                <a16:creationId xmlns="" xmlns:a16="http://schemas.microsoft.com/office/drawing/2014/main" id="{33D0DCDD-92F1-3245-64E5-AB3B30CE67ED}"/>
              </a:ext>
            </a:extLst>
          </p:cNvPr>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3" name="Google Shape;325;p22">
            <a:extLst>
              <a:ext uri="{FF2B5EF4-FFF2-40B4-BE49-F238E27FC236}">
                <a16:creationId xmlns="" xmlns:a16="http://schemas.microsoft.com/office/drawing/2014/main" id="{0474A51E-E5F9-F2B2-FAB6-3E62E06C7C3C}"/>
              </a:ext>
            </a:extLst>
          </p:cNvPr>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4" name="Google Shape;324;p22">
            <a:extLst>
              <a:ext uri="{FF2B5EF4-FFF2-40B4-BE49-F238E27FC236}">
                <a16:creationId xmlns="" xmlns:a16="http://schemas.microsoft.com/office/drawing/2014/main" id="{3B1FD133-B730-CDA0-D780-606E54F0E001}"/>
              </a:ext>
            </a:extLst>
          </p:cNvPr>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5" name="ZoneTexte 4">
            <a:extLst>
              <a:ext uri="{FF2B5EF4-FFF2-40B4-BE49-F238E27FC236}">
                <a16:creationId xmlns="" xmlns:a16="http://schemas.microsoft.com/office/drawing/2014/main" id="{446A2CE7-7BC5-7107-260C-2AE10A55258F}"/>
              </a:ext>
            </a:extLst>
          </p:cNvPr>
          <p:cNvSpPr txBox="1"/>
          <p:nvPr/>
        </p:nvSpPr>
        <p:spPr>
          <a:xfrm>
            <a:off x="1105989" y="1105989"/>
            <a:ext cx="7062651" cy="2893100"/>
          </a:xfrm>
          <a:prstGeom prst="rect">
            <a:avLst/>
          </a:prstGeom>
          <a:noFill/>
        </p:spPr>
        <p:txBody>
          <a:bodyPr wrap="square" rtlCol="0">
            <a:spAutoFit/>
          </a:bodyPr>
          <a:lstStyle/>
          <a:p>
            <a:endParaRPr lang="fr-FR" dirty="0"/>
          </a:p>
          <a:p>
            <a:endParaRPr lang="fr-FR" dirty="0"/>
          </a:p>
          <a:p>
            <a:endParaRPr lang="fr-FR" dirty="0"/>
          </a:p>
          <a:p>
            <a:endParaRPr lang="fr-FR" dirty="0"/>
          </a:p>
          <a:p>
            <a:endParaRPr lang="fr-FR" dirty="0"/>
          </a:p>
          <a:p>
            <a:endParaRPr lang="fr-FR" dirty="0"/>
          </a:p>
          <a:p>
            <a:endParaRPr lang="fr-FR" dirty="0"/>
          </a:p>
          <a:p>
            <a:endParaRPr lang="fr-FR" b="1" i="1" dirty="0">
              <a:solidFill>
                <a:srgbClr val="0070C0"/>
              </a:solidFill>
            </a:endParaRPr>
          </a:p>
          <a:p>
            <a:endParaRPr lang="fr-FR" dirty="0"/>
          </a:p>
          <a:p>
            <a:endParaRPr lang="fr-FR" dirty="0"/>
          </a:p>
          <a:p>
            <a:endParaRPr lang="fr-FR" dirty="0"/>
          </a:p>
          <a:p>
            <a:endParaRPr lang="fr-FR" dirty="0"/>
          </a:p>
          <a:p>
            <a:endParaRPr lang="fr-FR" b="1" i="1" dirty="0">
              <a:solidFill>
                <a:srgbClr val="0070C0"/>
              </a:solidFill>
            </a:endParaRPr>
          </a:p>
        </p:txBody>
      </p:sp>
      <p:sp>
        <p:nvSpPr>
          <p:cNvPr id="6" name="Flèche : droite 5">
            <a:extLst>
              <a:ext uri="{FF2B5EF4-FFF2-40B4-BE49-F238E27FC236}">
                <a16:creationId xmlns="" xmlns:a16="http://schemas.microsoft.com/office/drawing/2014/main" id="{EDD06794-A9ED-03D3-210B-F81308084741}"/>
              </a:ext>
            </a:extLst>
          </p:cNvPr>
          <p:cNvSpPr/>
          <p:nvPr/>
        </p:nvSpPr>
        <p:spPr>
          <a:xfrm>
            <a:off x="2638697" y="1105989"/>
            <a:ext cx="1393372" cy="2873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a:p>
            <a:pPr algn="ctr"/>
            <a:endParaRPr lang="fr-FR" dirty="0"/>
          </a:p>
        </p:txBody>
      </p:sp>
      <p:pic>
        <p:nvPicPr>
          <p:cNvPr id="7" name="Image 6">
            <a:extLst>
              <a:ext uri="{FF2B5EF4-FFF2-40B4-BE49-F238E27FC236}">
                <a16:creationId xmlns="" xmlns:a16="http://schemas.microsoft.com/office/drawing/2014/main" id="{7EE0453E-A148-118C-89CB-021FC145D6B0}"/>
              </a:ext>
            </a:extLst>
          </p:cNvPr>
          <p:cNvPicPr>
            <a:picLocks noChangeAspect="1"/>
          </p:cNvPicPr>
          <p:nvPr/>
        </p:nvPicPr>
        <p:blipFill>
          <a:blip r:embed="rId3"/>
          <a:stretch>
            <a:fillRect/>
          </a:stretch>
        </p:blipFill>
        <p:spPr>
          <a:xfrm>
            <a:off x="2638697" y="1943508"/>
            <a:ext cx="1420491" cy="353599"/>
          </a:xfrm>
          <a:prstGeom prst="rect">
            <a:avLst/>
          </a:prstGeom>
        </p:spPr>
      </p:pic>
      <p:pic>
        <p:nvPicPr>
          <p:cNvPr id="8" name="Image 7">
            <a:extLst>
              <a:ext uri="{FF2B5EF4-FFF2-40B4-BE49-F238E27FC236}">
                <a16:creationId xmlns="" xmlns:a16="http://schemas.microsoft.com/office/drawing/2014/main" id="{A9D5F4EE-6EB8-7DD8-B4D6-225DDF956800}"/>
              </a:ext>
            </a:extLst>
          </p:cNvPr>
          <p:cNvPicPr>
            <a:picLocks noChangeAspect="1"/>
          </p:cNvPicPr>
          <p:nvPr/>
        </p:nvPicPr>
        <p:blipFill>
          <a:blip r:embed="rId3"/>
          <a:stretch>
            <a:fillRect/>
          </a:stretch>
        </p:blipFill>
        <p:spPr>
          <a:xfrm>
            <a:off x="2638696" y="2785173"/>
            <a:ext cx="1420491" cy="353599"/>
          </a:xfrm>
          <a:prstGeom prst="rect">
            <a:avLst/>
          </a:prstGeom>
        </p:spPr>
      </p:pic>
      <p:pic>
        <p:nvPicPr>
          <p:cNvPr id="19" name="Image 18">
            <a:extLst>
              <a:ext uri="{FF2B5EF4-FFF2-40B4-BE49-F238E27FC236}">
                <a16:creationId xmlns="" xmlns:a16="http://schemas.microsoft.com/office/drawing/2014/main" id="{E5EEEF64-A9B1-1209-92F2-8CE11EBCC5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5519" y="838205"/>
            <a:ext cx="1032792" cy="566123"/>
          </a:xfrm>
          <a:prstGeom prst="rect">
            <a:avLst/>
          </a:prstGeom>
        </p:spPr>
      </p:pic>
      <p:pic>
        <p:nvPicPr>
          <p:cNvPr id="21" name="Image 20">
            <a:extLst>
              <a:ext uri="{FF2B5EF4-FFF2-40B4-BE49-F238E27FC236}">
                <a16:creationId xmlns="" xmlns:a16="http://schemas.microsoft.com/office/drawing/2014/main" id="{49A89CF0-B441-2FCF-1EFA-3688E526B3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4815" y="2575801"/>
            <a:ext cx="1142474" cy="626245"/>
          </a:xfrm>
          <a:prstGeom prst="rect">
            <a:avLst/>
          </a:prstGeom>
        </p:spPr>
      </p:pic>
      <p:pic>
        <p:nvPicPr>
          <p:cNvPr id="26" name="Image 25">
            <a:extLst>
              <a:ext uri="{FF2B5EF4-FFF2-40B4-BE49-F238E27FC236}">
                <a16:creationId xmlns="" xmlns:a16="http://schemas.microsoft.com/office/drawing/2014/main" id="{3D5AB8E7-27E3-24AB-96B6-0D1443A240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0894" y="1616440"/>
            <a:ext cx="1336799" cy="744413"/>
          </a:xfrm>
          <a:prstGeom prst="rect">
            <a:avLst/>
          </a:prstGeom>
        </p:spPr>
      </p:pic>
      <p:sp>
        <p:nvSpPr>
          <p:cNvPr id="27" name="ZoneTexte 26">
            <a:extLst>
              <a:ext uri="{FF2B5EF4-FFF2-40B4-BE49-F238E27FC236}">
                <a16:creationId xmlns="" xmlns:a16="http://schemas.microsoft.com/office/drawing/2014/main" id="{6FBA5E88-68C4-141D-38C9-B7F04D2C7EEC}"/>
              </a:ext>
            </a:extLst>
          </p:cNvPr>
          <p:cNvSpPr txBox="1"/>
          <p:nvPr/>
        </p:nvSpPr>
        <p:spPr>
          <a:xfrm>
            <a:off x="1166949" y="1194704"/>
            <a:ext cx="1097280" cy="307777"/>
          </a:xfrm>
          <a:prstGeom prst="rect">
            <a:avLst/>
          </a:prstGeom>
          <a:noFill/>
        </p:spPr>
        <p:txBody>
          <a:bodyPr wrap="square" rtlCol="0">
            <a:spAutoFit/>
          </a:bodyPr>
          <a:lstStyle/>
          <a:p>
            <a:r>
              <a:rPr lang="fr-FR" b="1" i="1" dirty="0" err="1">
                <a:solidFill>
                  <a:srgbClr val="0070C0"/>
                </a:solidFill>
              </a:rPr>
              <a:t>ReactJs</a:t>
            </a:r>
            <a:endParaRPr lang="fr-FR" dirty="0"/>
          </a:p>
        </p:txBody>
      </p:sp>
      <p:sp>
        <p:nvSpPr>
          <p:cNvPr id="28" name="ZoneTexte 27">
            <a:extLst>
              <a:ext uri="{FF2B5EF4-FFF2-40B4-BE49-F238E27FC236}">
                <a16:creationId xmlns="" xmlns:a16="http://schemas.microsoft.com/office/drawing/2014/main" id="{97B4976D-50DB-53D9-F9E0-C39FF1914AA0}"/>
              </a:ext>
            </a:extLst>
          </p:cNvPr>
          <p:cNvSpPr txBox="1"/>
          <p:nvPr/>
        </p:nvSpPr>
        <p:spPr>
          <a:xfrm>
            <a:off x="1166949" y="2003824"/>
            <a:ext cx="1166948" cy="523220"/>
          </a:xfrm>
          <a:prstGeom prst="rect">
            <a:avLst/>
          </a:prstGeom>
          <a:noFill/>
        </p:spPr>
        <p:txBody>
          <a:bodyPr wrap="square" rtlCol="0">
            <a:spAutoFit/>
          </a:bodyPr>
          <a:lstStyle/>
          <a:p>
            <a:r>
              <a:rPr lang="fr-FR" b="1" i="1" dirty="0">
                <a:solidFill>
                  <a:srgbClr val="0070C0"/>
                </a:solidFill>
              </a:rPr>
              <a:t>C#</a:t>
            </a:r>
          </a:p>
          <a:p>
            <a:endParaRPr lang="fr-FR" dirty="0"/>
          </a:p>
        </p:txBody>
      </p:sp>
      <p:sp>
        <p:nvSpPr>
          <p:cNvPr id="34" name="ZoneTexte 33">
            <a:extLst>
              <a:ext uri="{FF2B5EF4-FFF2-40B4-BE49-F238E27FC236}">
                <a16:creationId xmlns="" xmlns:a16="http://schemas.microsoft.com/office/drawing/2014/main" id="{7B61A72C-19EB-1635-58B3-67DDFBE78D63}"/>
              </a:ext>
            </a:extLst>
          </p:cNvPr>
          <p:cNvSpPr txBox="1"/>
          <p:nvPr/>
        </p:nvSpPr>
        <p:spPr>
          <a:xfrm>
            <a:off x="1130409" y="2795095"/>
            <a:ext cx="1203488" cy="307777"/>
          </a:xfrm>
          <a:prstGeom prst="rect">
            <a:avLst/>
          </a:prstGeom>
          <a:noFill/>
        </p:spPr>
        <p:txBody>
          <a:bodyPr wrap="square" rtlCol="0">
            <a:spAutoFit/>
          </a:bodyPr>
          <a:lstStyle/>
          <a:p>
            <a:r>
              <a:rPr lang="fr-FR" b="1" i="1" dirty="0">
                <a:solidFill>
                  <a:srgbClr val="0070C0"/>
                </a:solidFill>
              </a:rPr>
              <a:t>Spring-boot</a:t>
            </a:r>
          </a:p>
        </p:txBody>
      </p:sp>
    </p:spTree>
    <p:extLst>
      <p:ext uri="{BB962C8B-B14F-4D97-AF65-F5344CB8AC3E}">
        <p14:creationId xmlns:p14="http://schemas.microsoft.com/office/powerpoint/2010/main" val="119158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ppt_w</p:attrName>
                                        </p:attrNameLst>
                                      </p:cBhvr>
                                      <p:tavLst>
                                        <p:tav tm="0">
                                          <p:val>
                                            <p:strVal val="0"/>
                                          </p:val>
                                        </p:tav>
                                        <p:tav tm="100000">
                                          <p:val>
                                            <p:strVal val="#ppt_w"/>
                                          </p:val>
                                        </p:tav>
                                      </p:tavLst>
                                    </p:anim>
                                    <p:anim calcmode="lin" valueType="num">
                                      <p:cBhvr additive="base">
                                        <p:cTn id="8" dur="500"/>
                                        <p:tgtEl>
                                          <p:spTgt spid="2"/>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ppt_w</p:attrName>
                                        </p:attrNameLst>
                                      </p:cBhvr>
                                      <p:tavLst>
                                        <p:tav tm="0">
                                          <p:val>
                                            <p:strVal val="0"/>
                                          </p:val>
                                        </p:tav>
                                        <p:tav tm="100000">
                                          <p:val>
                                            <p:strVal val="#ppt_w"/>
                                          </p:val>
                                        </p:tav>
                                      </p:tavLst>
                                    </p:anim>
                                    <p:anim calcmode="lin" valueType="num">
                                      <p:cBhvr additive="base">
                                        <p:cTn id="12" dur="500"/>
                                        <p:tgtEl>
                                          <p:spTgt spid="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p:tgtEl>
                                          <p:spTgt spid="4"/>
                                        </p:tgtEl>
                                        <p:attrNameLst>
                                          <p:attrName>ppt_w</p:attrName>
                                        </p:attrNameLst>
                                      </p:cBhvr>
                                      <p:tavLst>
                                        <p:tav tm="0">
                                          <p:val>
                                            <p:strVal val="0"/>
                                          </p:val>
                                        </p:tav>
                                        <p:tav tm="100000">
                                          <p:val>
                                            <p:strVal val="#ppt_w"/>
                                          </p:val>
                                        </p:tav>
                                      </p:tavLst>
                                    </p:anim>
                                    <p:anim calcmode="lin" valueType="num">
                                      <p:cBhvr additive="base">
                                        <p:cTn id="16" dur="500"/>
                                        <p:tgtEl>
                                          <p:spTgt spid="4"/>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27" grpId="0"/>
      <p:bldP spid="28"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grpSp>
        <p:nvGrpSpPr>
          <p:cNvPr id="476" name="Google Shape;476;p28"/>
          <p:cNvGrpSpPr/>
          <p:nvPr/>
        </p:nvGrpSpPr>
        <p:grpSpPr>
          <a:xfrm>
            <a:off x="1149760" y="1340984"/>
            <a:ext cx="2033588" cy="2033588"/>
            <a:chOff x="-1266371" y="4076700"/>
            <a:chExt cx="4165600" cy="4165600"/>
          </a:xfrm>
        </p:grpSpPr>
        <p:sp>
          <p:nvSpPr>
            <p:cNvPr id="477" name="Google Shape;477;p28"/>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478" name="Google Shape;478;p28"/>
            <p:cNvGrpSpPr/>
            <p:nvPr/>
          </p:nvGrpSpPr>
          <p:grpSpPr>
            <a:xfrm>
              <a:off x="-1266371" y="4076700"/>
              <a:ext cx="4165600" cy="4165600"/>
              <a:chOff x="-1266371" y="4076700"/>
              <a:chExt cx="4165600" cy="4165600"/>
            </a:xfrm>
          </p:grpSpPr>
          <p:sp>
            <p:nvSpPr>
              <p:cNvPr id="479" name="Google Shape;479;p28"/>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480" name="Google Shape;480;p28"/>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481" name="Google Shape;481;p28"/>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sp>
        <p:nvSpPr>
          <p:cNvPr id="483" name="Google Shape;483;p28"/>
          <p:cNvSpPr txBox="1"/>
          <p:nvPr/>
        </p:nvSpPr>
        <p:spPr>
          <a:xfrm>
            <a:off x="1761633" y="1803894"/>
            <a:ext cx="887341" cy="830997"/>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5000" b="1" dirty="0">
                <a:solidFill>
                  <a:schemeClr val="lt1"/>
                </a:solidFill>
                <a:latin typeface="Century Gothic"/>
                <a:ea typeface="Century Gothic"/>
                <a:cs typeface="Century Gothic"/>
                <a:sym typeface="Century Gothic"/>
              </a:rPr>
              <a:t>0</a:t>
            </a:r>
            <a:r>
              <a:rPr lang="fr-FR" sz="5000" b="1" dirty="0">
                <a:solidFill>
                  <a:schemeClr val="lt1"/>
                </a:solidFill>
                <a:latin typeface="Century Gothic"/>
                <a:ea typeface="Century Gothic"/>
                <a:cs typeface="Century Gothic"/>
                <a:sym typeface="Century Gothic"/>
              </a:rPr>
              <a:t>8</a:t>
            </a:r>
            <a:endParaRPr sz="5000" b="1" dirty="0">
              <a:solidFill>
                <a:schemeClr val="lt1"/>
              </a:solidFill>
              <a:latin typeface="Century Gothic"/>
              <a:ea typeface="Century Gothic"/>
              <a:cs typeface="Century Gothic"/>
              <a:sym typeface="Century Gothic"/>
            </a:endParaRPr>
          </a:p>
        </p:txBody>
      </p:sp>
      <p:sp>
        <p:nvSpPr>
          <p:cNvPr id="484" name="Google Shape;484;p28"/>
          <p:cNvSpPr txBox="1"/>
          <p:nvPr/>
        </p:nvSpPr>
        <p:spPr>
          <a:xfrm>
            <a:off x="3551164" y="1630627"/>
            <a:ext cx="4417187" cy="623248"/>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3600" b="1" dirty="0">
                <a:solidFill>
                  <a:srgbClr val="002060"/>
                </a:solidFill>
                <a:latin typeface="Century Gothic"/>
                <a:ea typeface="Century Gothic"/>
                <a:cs typeface="Century Gothic"/>
                <a:sym typeface="Century Gothic"/>
              </a:rPr>
              <a:t>DEMONSTRATION</a:t>
            </a:r>
            <a:endParaRPr sz="3600" b="1" dirty="0">
              <a:solidFill>
                <a:srgbClr val="002060"/>
              </a:solidFill>
              <a:latin typeface="Century Gothic"/>
              <a:ea typeface="Century Gothic"/>
              <a:cs typeface="Century Gothic"/>
              <a:sym typeface="Century Gothic"/>
            </a:endParaRPr>
          </a:p>
        </p:txBody>
      </p:sp>
      <p:sp>
        <p:nvSpPr>
          <p:cNvPr id="486" name="Google Shape;486;p28"/>
          <p:cNvSpPr/>
          <p:nvPr/>
        </p:nvSpPr>
        <p:spPr>
          <a:xfrm rot="10800000" flipH="1">
            <a:off x="7249903" y="-757672"/>
            <a:ext cx="1436897" cy="143689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487" name="Google Shape;487;p28"/>
          <p:cNvSpPr/>
          <p:nvPr/>
        </p:nvSpPr>
        <p:spPr>
          <a:xfrm rot="10800000" flipH="1">
            <a:off x="6939105" y="4609823"/>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488" name="Google Shape;488;p28"/>
          <p:cNvSpPr/>
          <p:nvPr/>
        </p:nvSpPr>
        <p:spPr>
          <a:xfrm rot="10800000" flipH="1">
            <a:off x="3494315" y="972712"/>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489" name="Google Shape;489;p28"/>
          <p:cNvSpPr/>
          <p:nvPr/>
        </p:nvSpPr>
        <p:spPr>
          <a:xfrm rot="10800000" flipH="1">
            <a:off x="5317016" y="3907550"/>
            <a:ext cx="305943" cy="305943"/>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490" name="Google Shape;490;p28"/>
          <p:cNvSpPr/>
          <p:nvPr/>
        </p:nvSpPr>
        <p:spPr>
          <a:xfrm rot="10800000" flipH="1">
            <a:off x="1267560" y="4125686"/>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491" name="Google Shape;491;p28"/>
          <p:cNvGrpSpPr/>
          <p:nvPr/>
        </p:nvGrpSpPr>
        <p:grpSpPr>
          <a:xfrm>
            <a:off x="3654103" y="2185104"/>
            <a:ext cx="4260056" cy="34289"/>
            <a:chOff x="5029200" y="2769580"/>
            <a:chExt cx="5680075" cy="45719"/>
          </a:xfrm>
          <a:solidFill>
            <a:srgbClr val="002060"/>
          </a:solidFill>
        </p:grpSpPr>
        <p:sp>
          <p:nvSpPr>
            <p:cNvPr id="492" name="Google Shape;492;p28"/>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493" name="Google Shape;493;p28"/>
            <p:cNvCxnSpPr/>
            <p:nvPr/>
          </p:nvCxnSpPr>
          <p:spPr>
            <a:xfrm>
              <a:off x="5711825" y="2792439"/>
              <a:ext cx="4997450" cy="0"/>
            </a:xfrm>
            <a:prstGeom prst="straightConnector1">
              <a:avLst/>
            </a:prstGeom>
            <a:grpFill/>
            <a:ln w="9525" cap="flat" cmpd="sng">
              <a:solidFill>
                <a:srgbClr val="002060"/>
              </a:solidFill>
              <a:prstDash val="solid"/>
              <a:miter lim="800000"/>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476"/>
                                        </p:tgtEl>
                                        <p:attrNameLst>
                                          <p:attrName>r</p:attrName>
                                        </p:attrNameLst>
                                      </p:cBhvr>
                                    </p:animRot>
                                  </p:childTnLst>
                                </p:cTn>
                              </p:par>
                              <p:par>
                                <p:cTn id="7" presetID="23" presetClass="entr" presetSubtype="16" fill="hold" nodeType="withEffect">
                                  <p:stCondLst>
                                    <p:cond delay="0"/>
                                  </p:stCondLst>
                                  <p:childTnLst>
                                    <p:set>
                                      <p:cBhvr>
                                        <p:cTn id="8" dur="1" fill="hold">
                                          <p:stCondLst>
                                            <p:cond delay="0"/>
                                          </p:stCondLst>
                                        </p:cTn>
                                        <p:tgtEl>
                                          <p:spTgt spid="488"/>
                                        </p:tgtEl>
                                        <p:attrNameLst>
                                          <p:attrName>style.visibility</p:attrName>
                                        </p:attrNameLst>
                                      </p:cBhvr>
                                      <p:to>
                                        <p:strVal val="visible"/>
                                      </p:to>
                                    </p:set>
                                    <p:anim calcmode="lin" valueType="num">
                                      <p:cBhvr additive="base">
                                        <p:cTn id="9" dur="500"/>
                                        <p:tgtEl>
                                          <p:spTgt spid="488"/>
                                        </p:tgtEl>
                                        <p:attrNameLst>
                                          <p:attrName>ppt_w</p:attrName>
                                        </p:attrNameLst>
                                      </p:cBhvr>
                                      <p:tavLst>
                                        <p:tav tm="0">
                                          <p:val>
                                            <p:strVal val="0"/>
                                          </p:val>
                                        </p:tav>
                                        <p:tav tm="100000">
                                          <p:val>
                                            <p:strVal val="#ppt_w"/>
                                          </p:val>
                                        </p:tav>
                                      </p:tavLst>
                                    </p:anim>
                                    <p:anim calcmode="lin" valueType="num">
                                      <p:cBhvr additive="base">
                                        <p:cTn id="10" dur="500"/>
                                        <p:tgtEl>
                                          <p:spTgt spid="488"/>
                                        </p:tgtEl>
                                        <p:attrNameLst>
                                          <p:attrName>ppt_h</p:attrName>
                                        </p:attrNameLst>
                                      </p:cBhvr>
                                      <p:tavLst>
                                        <p:tav tm="0">
                                          <p:val>
                                            <p:strVal val="0"/>
                                          </p:val>
                                        </p:tav>
                                        <p:tav tm="100000">
                                          <p:val>
                                            <p:strVal val="#ppt_h"/>
                                          </p:val>
                                        </p:tav>
                                      </p:tavLst>
                                    </p:anim>
                                  </p:childTnLst>
                                </p:cTn>
                              </p:par>
                              <p:par>
                                <p:cTn id="11" presetID="23" presetClass="entr" presetSubtype="16" fill="hold" nodeType="withEffect">
                                  <p:stCondLst>
                                    <p:cond delay="500"/>
                                  </p:stCondLst>
                                  <p:childTnLst>
                                    <p:set>
                                      <p:cBhvr>
                                        <p:cTn id="12" dur="1" fill="hold">
                                          <p:stCondLst>
                                            <p:cond delay="0"/>
                                          </p:stCondLst>
                                        </p:cTn>
                                        <p:tgtEl>
                                          <p:spTgt spid="490"/>
                                        </p:tgtEl>
                                        <p:attrNameLst>
                                          <p:attrName>style.visibility</p:attrName>
                                        </p:attrNameLst>
                                      </p:cBhvr>
                                      <p:to>
                                        <p:strVal val="visible"/>
                                      </p:to>
                                    </p:set>
                                    <p:anim calcmode="lin" valueType="num">
                                      <p:cBhvr additive="base">
                                        <p:cTn id="13" dur="500"/>
                                        <p:tgtEl>
                                          <p:spTgt spid="490"/>
                                        </p:tgtEl>
                                        <p:attrNameLst>
                                          <p:attrName>ppt_w</p:attrName>
                                        </p:attrNameLst>
                                      </p:cBhvr>
                                      <p:tavLst>
                                        <p:tav tm="0">
                                          <p:val>
                                            <p:strVal val="0"/>
                                          </p:val>
                                        </p:tav>
                                        <p:tav tm="100000">
                                          <p:val>
                                            <p:strVal val="#ppt_w"/>
                                          </p:val>
                                        </p:tav>
                                      </p:tavLst>
                                    </p:anim>
                                    <p:anim calcmode="lin" valueType="num">
                                      <p:cBhvr additive="base">
                                        <p:cTn id="14" dur="500"/>
                                        <p:tgtEl>
                                          <p:spTgt spid="490"/>
                                        </p:tgtEl>
                                        <p:attrNameLst>
                                          <p:attrName>ppt_h</p:attrName>
                                        </p:attrNameLst>
                                      </p:cBhvr>
                                      <p:tavLst>
                                        <p:tav tm="0">
                                          <p:val>
                                            <p:strVal val="0"/>
                                          </p:val>
                                        </p:tav>
                                        <p:tav tm="100000">
                                          <p:val>
                                            <p:strVal val="#ppt_h"/>
                                          </p:val>
                                        </p:tav>
                                      </p:tavLst>
                                    </p:anim>
                                  </p:childTnLst>
                                </p:cTn>
                              </p:par>
                              <p:par>
                                <p:cTn id="15" presetID="23" presetClass="entr" presetSubtype="16" fill="hold" nodeType="withEffect">
                                  <p:stCondLst>
                                    <p:cond delay="250"/>
                                  </p:stCondLst>
                                  <p:childTnLst>
                                    <p:set>
                                      <p:cBhvr>
                                        <p:cTn id="16" dur="1" fill="hold">
                                          <p:stCondLst>
                                            <p:cond delay="0"/>
                                          </p:stCondLst>
                                        </p:cTn>
                                        <p:tgtEl>
                                          <p:spTgt spid="489"/>
                                        </p:tgtEl>
                                        <p:attrNameLst>
                                          <p:attrName>style.visibility</p:attrName>
                                        </p:attrNameLst>
                                      </p:cBhvr>
                                      <p:to>
                                        <p:strVal val="visible"/>
                                      </p:to>
                                    </p:set>
                                    <p:anim calcmode="lin" valueType="num">
                                      <p:cBhvr additive="base">
                                        <p:cTn id="17" dur="500"/>
                                        <p:tgtEl>
                                          <p:spTgt spid="489"/>
                                        </p:tgtEl>
                                        <p:attrNameLst>
                                          <p:attrName>ppt_w</p:attrName>
                                        </p:attrNameLst>
                                      </p:cBhvr>
                                      <p:tavLst>
                                        <p:tav tm="0">
                                          <p:val>
                                            <p:strVal val="0"/>
                                          </p:val>
                                        </p:tav>
                                        <p:tav tm="100000">
                                          <p:val>
                                            <p:strVal val="#ppt_w"/>
                                          </p:val>
                                        </p:tav>
                                      </p:tavLst>
                                    </p:anim>
                                    <p:anim calcmode="lin" valueType="num">
                                      <p:cBhvr additive="base">
                                        <p:cTn id="18" dur="500"/>
                                        <p:tgtEl>
                                          <p:spTgt spid="489"/>
                                        </p:tgtEl>
                                        <p:attrNameLst>
                                          <p:attrName>ppt_h</p:attrName>
                                        </p:attrNameLst>
                                      </p:cBhvr>
                                      <p:tavLst>
                                        <p:tav tm="0">
                                          <p:val>
                                            <p:strVal val="0"/>
                                          </p:val>
                                        </p:tav>
                                        <p:tav tm="100000">
                                          <p:val>
                                            <p:strVal val="#ppt_h"/>
                                          </p:val>
                                        </p:tav>
                                      </p:tavLst>
                                    </p:anim>
                                  </p:childTnLst>
                                </p:cTn>
                              </p:par>
                              <p:par>
                                <p:cTn id="19" presetID="23" presetClass="entr" presetSubtype="16" fill="hold" nodeType="withEffect">
                                  <p:stCondLst>
                                    <p:cond delay="250"/>
                                  </p:stCondLst>
                                  <p:childTnLst>
                                    <p:set>
                                      <p:cBhvr>
                                        <p:cTn id="20" dur="1" fill="hold">
                                          <p:stCondLst>
                                            <p:cond delay="0"/>
                                          </p:stCondLst>
                                        </p:cTn>
                                        <p:tgtEl>
                                          <p:spTgt spid="487"/>
                                        </p:tgtEl>
                                        <p:attrNameLst>
                                          <p:attrName>style.visibility</p:attrName>
                                        </p:attrNameLst>
                                      </p:cBhvr>
                                      <p:to>
                                        <p:strVal val="visible"/>
                                      </p:to>
                                    </p:set>
                                    <p:anim calcmode="lin" valueType="num">
                                      <p:cBhvr additive="base">
                                        <p:cTn id="21" dur="500"/>
                                        <p:tgtEl>
                                          <p:spTgt spid="487"/>
                                        </p:tgtEl>
                                        <p:attrNameLst>
                                          <p:attrName>ppt_w</p:attrName>
                                        </p:attrNameLst>
                                      </p:cBhvr>
                                      <p:tavLst>
                                        <p:tav tm="0">
                                          <p:val>
                                            <p:strVal val="0"/>
                                          </p:val>
                                        </p:tav>
                                        <p:tav tm="100000">
                                          <p:val>
                                            <p:strVal val="#ppt_w"/>
                                          </p:val>
                                        </p:tav>
                                      </p:tavLst>
                                    </p:anim>
                                    <p:anim calcmode="lin" valueType="num">
                                      <p:cBhvr additive="base">
                                        <p:cTn id="22" dur="500"/>
                                        <p:tgtEl>
                                          <p:spTgt spid="487"/>
                                        </p:tgtEl>
                                        <p:attrNameLst>
                                          <p:attrName>ppt_h</p:attrName>
                                        </p:attrNameLst>
                                      </p:cBhvr>
                                      <p:tavLst>
                                        <p:tav tm="0">
                                          <p:val>
                                            <p:strVal val="0"/>
                                          </p:val>
                                        </p:tav>
                                        <p:tav tm="100000">
                                          <p:val>
                                            <p:strVal val="#ppt_h"/>
                                          </p:val>
                                        </p:tav>
                                      </p:tavLst>
                                    </p:anim>
                                  </p:childTnLst>
                                </p:cTn>
                              </p:par>
                              <p:par>
                                <p:cTn id="23" presetID="23" presetClass="entr" presetSubtype="16" fill="hold" nodeType="withEffect">
                                  <p:stCondLst>
                                    <p:cond delay="750"/>
                                  </p:stCondLst>
                                  <p:childTnLst>
                                    <p:set>
                                      <p:cBhvr>
                                        <p:cTn id="24" dur="1" fill="hold">
                                          <p:stCondLst>
                                            <p:cond delay="0"/>
                                          </p:stCondLst>
                                        </p:cTn>
                                        <p:tgtEl>
                                          <p:spTgt spid="486"/>
                                        </p:tgtEl>
                                        <p:attrNameLst>
                                          <p:attrName>style.visibility</p:attrName>
                                        </p:attrNameLst>
                                      </p:cBhvr>
                                      <p:to>
                                        <p:strVal val="visible"/>
                                      </p:to>
                                    </p:set>
                                    <p:anim calcmode="lin" valueType="num">
                                      <p:cBhvr additive="base">
                                        <p:cTn id="25" dur="500"/>
                                        <p:tgtEl>
                                          <p:spTgt spid="486"/>
                                        </p:tgtEl>
                                        <p:attrNameLst>
                                          <p:attrName>ppt_w</p:attrName>
                                        </p:attrNameLst>
                                      </p:cBhvr>
                                      <p:tavLst>
                                        <p:tav tm="0">
                                          <p:val>
                                            <p:strVal val="0"/>
                                          </p:val>
                                        </p:tav>
                                        <p:tav tm="100000">
                                          <p:val>
                                            <p:strVal val="#ppt_w"/>
                                          </p:val>
                                        </p:tav>
                                      </p:tavLst>
                                    </p:anim>
                                    <p:anim calcmode="lin" valueType="num">
                                      <p:cBhvr additive="base">
                                        <p:cTn id="26" dur="500"/>
                                        <p:tgtEl>
                                          <p:spTgt spid="486"/>
                                        </p:tgtEl>
                                        <p:attrNameLst>
                                          <p:attrName>ppt_h</p:attrName>
                                        </p:attrNameLst>
                                      </p:cBhvr>
                                      <p:tavLst>
                                        <p:tav tm="0">
                                          <p:val>
                                            <p:str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483"/>
                                        </p:tgtEl>
                                        <p:attrNameLst>
                                          <p:attrName>style.visibility</p:attrName>
                                        </p:attrNameLst>
                                      </p:cBhvr>
                                      <p:to>
                                        <p:strVal val="visible"/>
                                      </p:to>
                                    </p:set>
                                    <p:anim calcmode="lin" valueType="num">
                                      <p:cBhvr additive="base">
                                        <p:cTn id="29" dur="500"/>
                                        <p:tgtEl>
                                          <p:spTgt spid="483"/>
                                        </p:tgtEl>
                                        <p:attrNameLst>
                                          <p:attrName>ppt_w</p:attrName>
                                        </p:attrNameLst>
                                      </p:cBhvr>
                                      <p:tavLst>
                                        <p:tav tm="0">
                                          <p:val>
                                            <p:strVal val="0"/>
                                          </p:val>
                                        </p:tav>
                                        <p:tav tm="100000">
                                          <p:val>
                                            <p:strVal val="#ppt_w"/>
                                          </p:val>
                                        </p:tav>
                                      </p:tavLst>
                                    </p:anim>
                                    <p:anim calcmode="lin" valueType="num">
                                      <p:cBhvr additive="base">
                                        <p:cTn id="30" dur="500"/>
                                        <p:tgtEl>
                                          <p:spTgt spid="483"/>
                                        </p:tgtEl>
                                        <p:attrNameLst>
                                          <p:attrName>ppt_h</p:attrName>
                                        </p:attrNameLst>
                                      </p:cBhvr>
                                      <p:tavLst>
                                        <p:tav tm="0">
                                          <p:val>
                                            <p:strVal val="0"/>
                                          </p:val>
                                        </p:tav>
                                        <p:tav tm="100000">
                                          <p:val>
                                            <p:strVal val="#ppt_h"/>
                                          </p:val>
                                        </p:tav>
                                      </p:tavLst>
                                    </p:anim>
                                  </p:childTnLst>
                                </p:cTn>
                              </p:par>
                              <p:par>
                                <p:cTn id="31" presetID="10" presetClass="entr" presetSubtype="0" fill="hold" nodeType="withEffect">
                                  <p:stCondLst>
                                    <p:cond delay="250"/>
                                  </p:stCondLst>
                                  <p:childTnLst>
                                    <p:set>
                                      <p:cBhvr>
                                        <p:cTn id="32" dur="1" fill="hold">
                                          <p:stCondLst>
                                            <p:cond delay="0"/>
                                          </p:stCondLst>
                                        </p:cTn>
                                        <p:tgtEl>
                                          <p:spTgt spid="484"/>
                                        </p:tgtEl>
                                        <p:attrNameLst>
                                          <p:attrName>style.visibility</p:attrName>
                                        </p:attrNameLst>
                                      </p:cBhvr>
                                      <p:to>
                                        <p:strVal val="visible"/>
                                      </p:to>
                                    </p:set>
                                    <p:animEffect transition="in" filter="fade">
                                      <p:cBhvr>
                                        <p:cTn id="33" dur="500"/>
                                        <p:tgtEl>
                                          <p:spTgt spid="484"/>
                                        </p:tgtEl>
                                      </p:cBhvr>
                                    </p:animEffect>
                                  </p:childTnLst>
                                </p:cTn>
                              </p:par>
                              <p:par>
                                <p:cTn id="34" presetID="10" presetClass="entr" presetSubtype="0" fill="hold" nodeType="withEffect">
                                  <p:stCondLst>
                                    <p:cond delay="0"/>
                                  </p:stCondLst>
                                  <p:childTnLst>
                                    <p:set>
                                      <p:cBhvr>
                                        <p:cTn id="35" dur="1" fill="hold">
                                          <p:stCondLst>
                                            <p:cond delay="0"/>
                                          </p:stCondLst>
                                        </p:cTn>
                                        <p:tgtEl>
                                          <p:spTgt spid="491"/>
                                        </p:tgtEl>
                                        <p:attrNameLst>
                                          <p:attrName>style.visibility</p:attrName>
                                        </p:attrNameLst>
                                      </p:cBhvr>
                                      <p:to>
                                        <p:strVal val="visible"/>
                                      </p:to>
                                    </p:set>
                                    <p:animEffect transition="in" filter="fade">
                                      <p:cBhvr>
                                        <p:cTn id="36" dur="500"/>
                                        <p:tgtEl>
                                          <p:spTgt spid="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8" name="Google Shape;748;p39"/>
          <p:cNvSpPr/>
          <p:nvPr/>
        </p:nvSpPr>
        <p:spPr>
          <a:xfrm rot="10800000" flipH="1">
            <a:off x="785870" y="1817102"/>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49" name="Google Shape;749;p39"/>
          <p:cNvSpPr/>
          <p:nvPr/>
        </p:nvSpPr>
        <p:spPr>
          <a:xfrm rot="10800000" flipH="1">
            <a:off x="7944520" y="4415168"/>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50" name="Google Shape;750;p39"/>
          <p:cNvSpPr/>
          <p:nvPr/>
        </p:nvSpPr>
        <p:spPr>
          <a:xfrm rot="10800000" flipH="1">
            <a:off x="777309" y="-452250"/>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51" name="Google Shape;751;p39"/>
          <p:cNvSpPr txBox="1"/>
          <p:nvPr/>
        </p:nvSpPr>
        <p:spPr>
          <a:xfrm>
            <a:off x="1595120" y="1701065"/>
            <a:ext cx="5782800" cy="1005026"/>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6000" b="1" dirty="0">
                <a:solidFill>
                  <a:srgbClr val="3F3F3F"/>
                </a:solidFill>
                <a:latin typeface="Century Gothic"/>
                <a:ea typeface="Century Gothic"/>
                <a:cs typeface="Century Gothic"/>
                <a:sym typeface="Century Gothic"/>
              </a:rPr>
              <a:t>CONCLUSION</a:t>
            </a:r>
            <a:endParaRPr sz="6600" b="1" dirty="0">
              <a:solidFill>
                <a:srgbClr val="3F3F3F"/>
              </a:solidFill>
              <a:latin typeface="Century Gothic"/>
              <a:ea typeface="Century Gothic"/>
              <a:cs typeface="Century Gothic"/>
              <a:sym typeface="Century Gothic"/>
            </a:endParaRPr>
          </a:p>
        </p:txBody>
      </p:sp>
      <p:sp>
        <p:nvSpPr>
          <p:cNvPr id="752" name="Google Shape;752;p39"/>
          <p:cNvSpPr/>
          <p:nvPr/>
        </p:nvSpPr>
        <p:spPr>
          <a:xfrm rot="10800000" flipH="1">
            <a:off x="5304928" y="4188080"/>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754" name="Google Shape;754;p39"/>
          <p:cNvGrpSpPr/>
          <p:nvPr/>
        </p:nvGrpSpPr>
        <p:grpSpPr>
          <a:xfrm>
            <a:off x="-949778" y="3057525"/>
            <a:ext cx="3124200" cy="3124200"/>
            <a:chOff x="-1266371" y="4076700"/>
            <a:chExt cx="4165600" cy="4165600"/>
          </a:xfrm>
        </p:grpSpPr>
        <p:sp>
          <p:nvSpPr>
            <p:cNvPr id="755" name="Google Shape;755;p39"/>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56" name="Google Shape;756;p39"/>
            <p:cNvGrpSpPr/>
            <p:nvPr/>
          </p:nvGrpSpPr>
          <p:grpSpPr>
            <a:xfrm>
              <a:off x="-1266371" y="4076700"/>
              <a:ext cx="4165600" cy="4165600"/>
              <a:chOff x="-1266371" y="4076700"/>
              <a:chExt cx="4165600" cy="4165600"/>
            </a:xfrm>
          </p:grpSpPr>
          <p:sp>
            <p:nvSpPr>
              <p:cNvPr id="757" name="Google Shape;757;p39"/>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58" name="Google Shape;758;p39"/>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59" name="Google Shape;759;p39"/>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grpSp>
      <p:grpSp>
        <p:nvGrpSpPr>
          <p:cNvPr id="760" name="Google Shape;760;p39"/>
          <p:cNvGrpSpPr/>
          <p:nvPr/>
        </p:nvGrpSpPr>
        <p:grpSpPr>
          <a:xfrm>
            <a:off x="6843032" y="-1530568"/>
            <a:ext cx="4097111" cy="4162338"/>
            <a:chOff x="9124043" y="-2040757"/>
            <a:chExt cx="5462814" cy="5549784"/>
          </a:xfrm>
        </p:grpSpPr>
        <p:sp>
          <p:nvSpPr>
            <p:cNvPr id="761" name="Google Shape;761;p39"/>
            <p:cNvSpPr/>
            <p:nvPr/>
          </p:nvSpPr>
          <p:spPr>
            <a:xfrm>
              <a:off x="9471164" y="-1684282"/>
              <a:ext cx="4768572" cy="4768572"/>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62" name="Google Shape;762;p39"/>
            <p:cNvGrpSpPr/>
            <p:nvPr/>
          </p:nvGrpSpPr>
          <p:grpSpPr>
            <a:xfrm>
              <a:off x="9124043" y="-2040757"/>
              <a:ext cx="5462814" cy="5549784"/>
              <a:chOff x="9124043" y="-2040757"/>
              <a:chExt cx="5462814" cy="5549784"/>
            </a:xfrm>
          </p:grpSpPr>
          <p:sp>
            <p:nvSpPr>
              <p:cNvPr id="763" name="Google Shape;763;p39"/>
              <p:cNvSpPr/>
              <p:nvPr/>
            </p:nvSpPr>
            <p:spPr>
              <a:xfrm>
                <a:off x="11447915" y="3347102"/>
                <a:ext cx="161925" cy="161925"/>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64" name="Google Shape;764;p39"/>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65" name="Google Shape;765;p39"/>
              <p:cNvSpPr/>
              <p:nvPr/>
            </p:nvSpPr>
            <p:spPr>
              <a:xfrm>
                <a:off x="12552815" y="-2009573"/>
                <a:ext cx="161925" cy="161925"/>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grpSp>
      <p:sp>
        <p:nvSpPr>
          <p:cNvPr id="769" name="Google Shape;769;p39"/>
          <p:cNvSpPr/>
          <p:nvPr/>
        </p:nvSpPr>
        <p:spPr>
          <a:xfrm rot="10800000" flipH="1">
            <a:off x="6460565" y="991066"/>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81663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754"/>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760"/>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748"/>
                                        </p:tgtEl>
                                        <p:attrNameLst>
                                          <p:attrName>style.visibility</p:attrName>
                                        </p:attrNameLst>
                                      </p:cBhvr>
                                      <p:to>
                                        <p:strVal val="visible"/>
                                      </p:to>
                                    </p:set>
                                    <p:anim calcmode="lin" valueType="num">
                                      <p:cBhvr additive="base">
                                        <p:cTn id="11" dur="250"/>
                                        <p:tgtEl>
                                          <p:spTgt spid="748"/>
                                        </p:tgtEl>
                                        <p:attrNameLst>
                                          <p:attrName>ppt_w</p:attrName>
                                        </p:attrNameLst>
                                      </p:cBhvr>
                                      <p:tavLst>
                                        <p:tav tm="0">
                                          <p:val>
                                            <p:strVal val="0"/>
                                          </p:val>
                                        </p:tav>
                                        <p:tav tm="100000">
                                          <p:val>
                                            <p:strVal val="#ppt_w"/>
                                          </p:val>
                                        </p:tav>
                                      </p:tavLst>
                                    </p:anim>
                                    <p:anim calcmode="lin" valueType="num">
                                      <p:cBhvr additive="base">
                                        <p:cTn id="12" dur="250"/>
                                        <p:tgtEl>
                                          <p:spTgt spid="748"/>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752"/>
                                        </p:tgtEl>
                                        <p:attrNameLst>
                                          <p:attrName>style.visibility</p:attrName>
                                        </p:attrNameLst>
                                      </p:cBhvr>
                                      <p:to>
                                        <p:strVal val="visible"/>
                                      </p:to>
                                    </p:set>
                                    <p:anim calcmode="lin" valueType="num">
                                      <p:cBhvr additive="base">
                                        <p:cTn id="15" dur="250"/>
                                        <p:tgtEl>
                                          <p:spTgt spid="752"/>
                                        </p:tgtEl>
                                        <p:attrNameLst>
                                          <p:attrName>ppt_w</p:attrName>
                                        </p:attrNameLst>
                                      </p:cBhvr>
                                      <p:tavLst>
                                        <p:tav tm="0">
                                          <p:val>
                                            <p:strVal val="0"/>
                                          </p:val>
                                        </p:tav>
                                        <p:tav tm="100000">
                                          <p:val>
                                            <p:strVal val="#ppt_w"/>
                                          </p:val>
                                        </p:tav>
                                      </p:tavLst>
                                    </p:anim>
                                    <p:anim calcmode="lin" valueType="num">
                                      <p:cBhvr additive="base">
                                        <p:cTn id="16" dur="250"/>
                                        <p:tgtEl>
                                          <p:spTgt spid="752"/>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769"/>
                                        </p:tgtEl>
                                        <p:attrNameLst>
                                          <p:attrName>style.visibility</p:attrName>
                                        </p:attrNameLst>
                                      </p:cBhvr>
                                      <p:to>
                                        <p:strVal val="visible"/>
                                      </p:to>
                                    </p:set>
                                    <p:anim calcmode="lin" valueType="num">
                                      <p:cBhvr additive="base">
                                        <p:cTn id="19" dur="250"/>
                                        <p:tgtEl>
                                          <p:spTgt spid="769"/>
                                        </p:tgtEl>
                                        <p:attrNameLst>
                                          <p:attrName>ppt_w</p:attrName>
                                        </p:attrNameLst>
                                      </p:cBhvr>
                                      <p:tavLst>
                                        <p:tav tm="0">
                                          <p:val>
                                            <p:strVal val="0"/>
                                          </p:val>
                                        </p:tav>
                                        <p:tav tm="100000">
                                          <p:val>
                                            <p:strVal val="#ppt_w"/>
                                          </p:val>
                                        </p:tav>
                                      </p:tavLst>
                                    </p:anim>
                                    <p:anim calcmode="lin" valueType="num">
                                      <p:cBhvr additive="base">
                                        <p:cTn id="20" dur="250"/>
                                        <p:tgtEl>
                                          <p:spTgt spid="769"/>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749"/>
                                        </p:tgtEl>
                                        <p:attrNameLst>
                                          <p:attrName>style.visibility</p:attrName>
                                        </p:attrNameLst>
                                      </p:cBhvr>
                                      <p:to>
                                        <p:strVal val="visible"/>
                                      </p:to>
                                    </p:set>
                                    <p:anim calcmode="lin" valueType="num">
                                      <p:cBhvr additive="base">
                                        <p:cTn id="23" dur="250"/>
                                        <p:tgtEl>
                                          <p:spTgt spid="749"/>
                                        </p:tgtEl>
                                        <p:attrNameLst>
                                          <p:attrName>ppt_w</p:attrName>
                                        </p:attrNameLst>
                                      </p:cBhvr>
                                      <p:tavLst>
                                        <p:tav tm="0">
                                          <p:val>
                                            <p:strVal val="0"/>
                                          </p:val>
                                        </p:tav>
                                        <p:tav tm="100000">
                                          <p:val>
                                            <p:strVal val="#ppt_w"/>
                                          </p:val>
                                        </p:tav>
                                      </p:tavLst>
                                    </p:anim>
                                    <p:anim calcmode="lin" valueType="num">
                                      <p:cBhvr additive="base">
                                        <p:cTn id="24" dur="250"/>
                                        <p:tgtEl>
                                          <p:spTgt spid="749"/>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750"/>
                                        </p:tgtEl>
                                        <p:attrNameLst>
                                          <p:attrName>style.visibility</p:attrName>
                                        </p:attrNameLst>
                                      </p:cBhvr>
                                      <p:to>
                                        <p:strVal val="visible"/>
                                      </p:to>
                                    </p:set>
                                    <p:anim calcmode="lin" valueType="num">
                                      <p:cBhvr additive="base">
                                        <p:cTn id="27" dur="250"/>
                                        <p:tgtEl>
                                          <p:spTgt spid="750"/>
                                        </p:tgtEl>
                                        <p:attrNameLst>
                                          <p:attrName>ppt_w</p:attrName>
                                        </p:attrNameLst>
                                      </p:cBhvr>
                                      <p:tavLst>
                                        <p:tav tm="0">
                                          <p:val>
                                            <p:strVal val="0"/>
                                          </p:val>
                                        </p:tav>
                                        <p:tav tm="100000">
                                          <p:val>
                                            <p:strVal val="#ppt_w"/>
                                          </p:val>
                                        </p:tav>
                                      </p:tavLst>
                                    </p:anim>
                                    <p:anim calcmode="lin" valueType="num">
                                      <p:cBhvr additive="base">
                                        <p:cTn id="28" dur="250"/>
                                        <p:tgtEl>
                                          <p:spTgt spid="750"/>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751"/>
                                        </p:tgtEl>
                                        <p:attrNameLst>
                                          <p:attrName>style.visibility</p:attrName>
                                        </p:attrNameLst>
                                      </p:cBhvr>
                                      <p:to>
                                        <p:strVal val="visible"/>
                                      </p:to>
                                    </p:set>
                                    <p:animEffect transition="in" filter="fade">
                                      <p:cBhvr>
                                        <p:cTn id="31" dur="500"/>
                                        <p:tgtEl>
                                          <p:spTgt spid="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39"/>
          <p:cNvSpPr txBox="1"/>
          <p:nvPr/>
        </p:nvSpPr>
        <p:spPr>
          <a:xfrm>
            <a:off x="1791774" y="689025"/>
            <a:ext cx="4602480" cy="638912"/>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endParaRPr sz="2800" dirty="0">
              <a:solidFill>
                <a:srgbClr val="002060"/>
              </a:solidFill>
              <a:latin typeface="Century Gothic"/>
              <a:ea typeface="Century Gothic"/>
              <a:cs typeface="Century Gothic"/>
              <a:sym typeface="Century Gothic"/>
            </a:endParaRPr>
          </a:p>
        </p:txBody>
      </p:sp>
      <p:sp>
        <p:nvSpPr>
          <p:cNvPr id="748" name="Google Shape;748;p39"/>
          <p:cNvSpPr/>
          <p:nvPr/>
        </p:nvSpPr>
        <p:spPr>
          <a:xfrm rot="10800000" flipH="1">
            <a:off x="1681823" y="3034101"/>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49" name="Google Shape;749;p39"/>
          <p:cNvSpPr/>
          <p:nvPr/>
        </p:nvSpPr>
        <p:spPr>
          <a:xfrm rot="10800000" flipH="1">
            <a:off x="7944520" y="4415168"/>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50" name="Google Shape;750;p39"/>
          <p:cNvSpPr/>
          <p:nvPr/>
        </p:nvSpPr>
        <p:spPr>
          <a:xfrm rot="10800000" flipH="1">
            <a:off x="777309" y="-452250"/>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751" name="Google Shape;751;p39"/>
          <p:cNvSpPr txBox="1"/>
          <p:nvPr/>
        </p:nvSpPr>
        <p:spPr>
          <a:xfrm>
            <a:off x="833889" y="1901192"/>
            <a:ext cx="7050210" cy="1005026"/>
          </a:xfrm>
          <a:prstGeom prst="rect">
            <a:avLst/>
          </a:prstGeom>
          <a:noFill/>
          <a:ln>
            <a:noFill/>
          </a:ln>
        </p:spPr>
        <p:txBody>
          <a:bodyPr spcFirstLastPara="1" wrap="square" lIns="68575" tIns="34275" rIns="68575" bIns="34275" anchor="t" anchorCtr="0">
            <a:noAutofit/>
          </a:bodyPr>
          <a:lstStyle/>
          <a:p>
            <a:pPr lvl="0" algn="ctr"/>
            <a:r>
              <a:rPr lang="fr-FR" sz="3600" dirty="0">
                <a:solidFill>
                  <a:srgbClr val="002060"/>
                </a:solidFill>
                <a:latin typeface="Century Gothic"/>
                <a:ea typeface="Century Gothic"/>
                <a:cs typeface="Century Gothic"/>
                <a:sym typeface="Century Gothic"/>
              </a:rPr>
              <a:t>Merci beaucoup pour votre  aimable attention  </a:t>
            </a:r>
          </a:p>
        </p:txBody>
      </p:sp>
      <p:sp>
        <p:nvSpPr>
          <p:cNvPr id="752" name="Google Shape;752;p39"/>
          <p:cNvSpPr/>
          <p:nvPr/>
        </p:nvSpPr>
        <p:spPr>
          <a:xfrm rot="10800000" flipH="1">
            <a:off x="5304928" y="4188080"/>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754" name="Google Shape;754;p39"/>
          <p:cNvGrpSpPr/>
          <p:nvPr/>
        </p:nvGrpSpPr>
        <p:grpSpPr>
          <a:xfrm>
            <a:off x="-949778" y="3057525"/>
            <a:ext cx="3124200" cy="3124200"/>
            <a:chOff x="-1266371" y="4076700"/>
            <a:chExt cx="4165600" cy="4165600"/>
          </a:xfrm>
        </p:grpSpPr>
        <p:sp>
          <p:nvSpPr>
            <p:cNvPr id="755" name="Google Shape;755;p39"/>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56" name="Google Shape;756;p39"/>
            <p:cNvGrpSpPr/>
            <p:nvPr/>
          </p:nvGrpSpPr>
          <p:grpSpPr>
            <a:xfrm>
              <a:off x="-1266371" y="4076700"/>
              <a:ext cx="4165600" cy="4165600"/>
              <a:chOff x="-1266371" y="4076700"/>
              <a:chExt cx="4165600" cy="4165600"/>
            </a:xfrm>
          </p:grpSpPr>
          <p:sp>
            <p:nvSpPr>
              <p:cNvPr id="757" name="Google Shape;757;p39"/>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58" name="Google Shape;758;p39"/>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59" name="Google Shape;759;p39"/>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760" name="Google Shape;760;p39"/>
          <p:cNvGrpSpPr/>
          <p:nvPr/>
        </p:nvGrpSpPr>
        <p:grpSpPr>
          <a:xfrm>
            <a:off x="6843032" y="-1530568"/>
            <a:ext cx="4097111" cy="4162338"/>
            <a:chOff x="9124043" y="-2040757"/>
            <a:chExt cx="5462814" cy="5549784"/>
          </a:xfrm>
        </p:grpSpPr>
        <p:sp>
          <p:nvSpPr>
            <p:cNvPr id="761" name="Google Shape;761;p39"/>
            <p:cNvSpPr/>
            <p:nvPr/>
          </p:nvSpPr>
          <p:spPr>
            <a:xfrm>
              <a:off x="9471164" y="-1684282"/>
              <a:ext cx="4768572" cy="4768572"/>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62" name="Google Shape;762;p39"/>
            <p:cNvGrpSpPr/>
            <p:nvPr/>
          </p:nvGrpSpPr>
          <p:grpSpPr>
            <a:xfrm>
              <a:off x="9124043" y="-2040757"/>
              <a:ext cx="5462814" cy="5549784"/>
              <a:chOff x="9124043" y="-2040757"/>
              <a:chExt cx="5462814" cy="5549784"/>
            </a:xfrm>
          </p:grpSpPr>
          <p:sp>
            <p:nvSpPr>
              <p:cNvPr id="763" name="Google Shape;763;p39"/>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64" name="Google Shape;764;p39"/>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765" name="Google Shape;765;p39"/>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766" name="Google Shape;766;p39"/>
          <p:cNvGrpSpPr/>
          <p:nvPr/>
        </p:nvGrpSpPr>
        <p:grpSpPr>
          <a:xfrm>
            <a:off x="2083934" y="1302553"/>
            <a:ext cx="4896365" cy="34289"/>
            <a:chOff x="5029200" y="2769580"/>
            <a:chExt cx="6528487" cy="45719"/>
          </a:xfrm>
        </p:grpSpPr>
        <p:sp>
          <p:nvSpPr>
            <p:cNvPr id="767" name="Google Shape;767;p39"/>
            <p:cNvSpPr/>
            <p:nvPr/>
          </p:nvSpPr>
          <p:spPr>
            <a:xfrm>
              <a:off x="5029200" y="2769580"/>
              <a:ext cx="723900" cy="4571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cxnSp>
          <p:nvCxnSpPr>
            <p:cNvPr id="768" name="Google Shape;768;p39"/>
            <p:cNvCxnSpPr/>
            <p:nvPr/>
          </p:nvCxnSpPr>
          <p:spPr>
            <a:xfrm>
              <a:off x="5711825" y="2792439"/>
              <a:ext cx="5845862" cy="0"/>
            </a:xfrm>
            <a:prstGeom prst="straightConnector1">
              <a:avLst/>
            </a:prstGeom>
            <a:noFill/>
            <a:ln w="9525" cap="flat" cmpd="sng">
              <a:solidFill>
                <a:srgbClr val="002060"/>
              </a:solidFill>
              <a:prstDash val="solid"/>
              <a:miter lim="800000"/>
              <a:headEnd type="none" w="sm" len="sm"/>
              <a:tailEnd type="none" w="sm" len="sm"/>
            </a:ln>
          </p:spPr>
        </p:cxnSp>
      </p:grpSp>
      <p:sp>
        <p:nvSpPr>
          <p:cNvPr id="769" name="Google Shape;769;p39"/>
          <p:cNvSpPr/>
          <p:nvPr/>
        </p:nvSpPr>
        <p:spPr>
          <a:xfrm rot="10800000" flipH="1">
            <a:off x="6460565" y="991066"/>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pic>
        <p:nvPicPr>
          <p:cNvPr id="3" name="Image 2">
            <a:extLst>
              <a:ext uri="{FF2B5EF4-FFF2-40B4-BE49-F238E27FC236}">
                <a16:creationId xmlns="" xmlns:a16="http://schemas.microsoft.com/office/drawing/2014/main" id="{1274D360-E9D7-0AA8-8034-89A60450F1B0}"/>
              </a:ext>
            </a:extLst>
          </p:cNvPr>
          <p:cNvPicPr>
            <a:picLocks noChangeAspect="1"/>
          </p:cNvPicPr>
          <p:nvPr/>
        </p:nvPicPr>
        <p:blipFill>
          <a:blip r:embed="rId3"/>
          <a:stretch>
            <a:fillRect/>
          </a:stretch>
        </p:blipFill>
        <p:spPr>
          <a:xfrm>
            <a:off x="6579216" y="2429478"/>
            <a:ext cx="841620" cy="6046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754"/>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760"/>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748"/>
                                        </p:tgtEl>
                                        <p:attrNameLst>
                                          <p:attrName>style.visibility</p:attrName>
                                        </p:attrNameLst>
                                      </p:cBhvr>
                                      <p:to>
                                        <p:strVal val="visible"/>
                                      </p:to>
                                    </p:set>
                                    <p:anim calcmode="lin" valueType="num">
                                      <p:cBhvr additive="base">
                                        <p:cTn id="11" dur="250"/>
                                        <p:tgtEl>
                                          <p:spTgt spid="748"/>
                                        </p:tgtEl>
                                        <p:attrNameLst>
                                          <p:attrName>ppt_w</p:attrName>
                                        </p:attrNameLst>
                                      </p:cBhvr>
                                      <p:tavLst>
                                        <p:tav tm="0">
                                          <p:val>
                                            <p:strVal val="0"/>
                                          </p:val>
                                        </p:tav>
                                        <p:tav tm="100000">
                                          <p:val>
                                            <p:strVal val="#ppt_w"/>
                                          </p:val>
                                        </p:tav>
                                      </p:tavLst>
                                    </p:anim>
                                    <p:anim calcmode="lin" valueType="num">
                                      <p:cBhvr additive="base">
                                        <p:cTn id="12" dur="250"/>
                                        <p:tgtEl>
                                          <p:spTgt spid="748"/>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752"/>
                                        </p:tgtEl>
                                        <p:attrNameLst>
                                          <p:attrName>style.visibility</p:attrName>
                                        </p:attrNameLst>
                                      </p:cBhvr>
                                      <p:to>
                                        <p:strVal val="visible"/>
                                      </p:to>
                                    </p:set>
                                    <p:anim calcmode="lin" valueType="num">
                                      <p:cBhvr additive="base">
                                        <p:cTn id="15" dur="250"/>
                                        <p:tgtEl>
                                          <p:spTgt spid="752"/>
                                        </p:tgtEl>
                                        <p:attrNameLst>
                                          <p:attrName>ppt_w</p:attrName>
                                        </p:attrNameLst>
                                      </p:cBhvr>
                                      <p:tavLst>
                                        <p:tav tm="0">
                                          <p:val>
                                            <p:strVal val="0"/>
                                          </p:val>
                                        </p:tav>
                                        <p:tav tm="100000">
                                          <p:val>
                                            <p:strVal val="#ppt_w"/>
                                          </p:val>
                                        </p:tav>
                                      </p:tavLst>
                                    </p:anim>
                                    <p:anim calcmode="lin" valueType="num">
                                      <p:cBhvr additive="base">
                                        <p:cTn id="16" dur="250"/>
                                        <p:tgtEl>
                                          <p:spTgt spid="752"/>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769"/>
                                        </p:tgtEl>
                                        <p:attrNameLst>
                                          <p:attrName>style.visibility</p:attrName>
                                        </p:attrNameLst>
                                      </p:cBhvr>
                                      <p:to>
                                        <p:strVal val="visible"/>
                                      </p:to>
                                    </p:set>
                                    <p:anim calcmode="lin" valueType="num">
                                      <p:cBhvr additive="base">
                                        <p:cTn id="19" dur="250"/>
                                        <p:tgtEl>
                                          <p:spTgt spid="769"/>
                                        </p:tgtEl>
                                        <p:attrNameLst>
                                          <p:attrName>ppt_w</p:attrName>
                                        </p:attrNameLst>
                                      </p:cBhvr>
                                      <p:tavLst>
                                        <p:tav tm="0">
                                          <p:val>
                                            <p:strVal val="0"/>
                                          </p:val>
                                        </p:tav>
                                        <p:tav tm="100000">
                                          <p:val>
                                            <p:strVal val="#ppt_w"/>
                                          </p:val>
                                        </p:tav>
                                      </p:tavLst>
                                    </p:anim>
                                    <p:anim calcmode="lin" valueType="num">
                                      <p:cBhvr additive="base">
                                        <p:cTn id="20" dur="250"/>
                                        <p:tgtEl>
                                          <p:spTgt spid="769"/>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749"/>
                                        </p:tgtEl>
                                        <p:attrNameLst>
                                          <p:attrName>style.visibility</p:attrName>
                                        </p:attrNameLst>
                                      </p:cBhvr>
                                      <p:to>
                                        <p:strVal val="visible"/>
                                      </p:to>
                                    </p:set>
                                    <p:anim calcmode="lin" valueType="num">
                                      <p:cBhvr additive="base">
                                        <p:cTn id="23" dur="250"/>
                                        <p:tgtEl>
                                          <p:spTgt spid="749"/>
                                        </p:tgtEl>
                                        <p:attrNameLst>
                                          <p:attrName>ppt_w</p:attrName>
                                        </p:attrNameLst>
                                      </p:cBhvr>
                                      <p:tavLst>
                                        <p:tav tm="0">
                                          <p:val>
                                            <p:strVal val="0"/>
                                          </p:val>
                                        </p:tav>
                                        <p:tav tm="100000">
                                          <p:val>
                                            <p:strVal val="#ppt_w"/>
                                          </p:val>
                                        </p:tav>
                                      </p:tavLst>
                                    </p:anim>
                                    <p:anim calcmode="lin" valueType="num">
                                      <p:cBhvr additive="base">
                                        <p:cTn id="24" dur="250"/>
                                        <p:tgtEl>
                                          <p:spTgt spid="749"/>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750"/>
                                        </p:tgtEl>
                                        <p:attrNameLst>
                                          <p:attrName>style.visibility</p:attrName>
                                        </p:attrNameLst>
                                      </p:cBhvr>
                                      <p:to>
                                        <p:strVal val="visible"/>
                                      </p:to>
                                    </p:set>
                                    <p:anim calcmode="lin" valueType="num">
                                      <p:cBhvr additive="base">
                                        <p:cTn id="27" dur="250"/>
                                        <p:tgtEl>
                                          <p:spTgt spid="750"/>
                                        </p:tgtEl>
                                        <p:attrNameLst>
                                          <p:attrName>ppt_w</p:attrName>
                                        </p:attrNameLst>
                                      </p:cBhvr>
                                      <p:tavLst>
                                        <p:tav tm="0">
                                          <p:val>
                                            <p:strVal val="0"/>
                                          </p:val>
                                        </p:tav>
                                        <p:tav tm="100000">
                                          <p:val>
                                            <p:strVal val="#ppt_w"/>
                                          </p:val>
                                        </p:tav>
                                      </p:tavLst>
                                    </p:anim>
                                    <p:anim calcmode="lin" valueType="num">
                                      <p:cBhvr additive="base">
                                        <p:cTn id="28" dur="250"/>
                                        <p:tgtEl>
                                          <p:spTgt spid="750"/>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747"/>
                                        </p:tgtEl>
                                        <p:attrNameLst>
                                          <p:attrName>style.visibility</p:attrName>
                                        </p:attrNameLst>
                                      </p:cBhvr>
                                      <p:to>
                                        <p:strVal val="visible"/>
                                      </p:to>
                                    </p:set>
                                    <p:animEffect transition="in" filter="fade">
                                      <p:cBhvr>
                                        <p:cTn id="31" dur="500"/>
                                        <p:tgtEl>
                                          <p:spTgt spid="747"/>
                                        </p:tgtEl>
                                      </p:cBhvr>
                                    </p:animEffect>
                                  </p:childTnLst>
                                </p:cTn>
                              </p:par>
                              <p:par>
                                <p:cTn id="32" presetID="10" presetClass="entr" presetSubtype="0" fill="hold" nodeType="withEffect">
                                  <p:stCondLst>
                                    <p:cond delay="500"/>
                                  </p:stCondLst>
                                  <p:childTnLst>
                                    <p:set>
                                      <p:cBhvr>
                                        <p:cTn id="33" dur="1" fill="hold">
                                          <p:stCondLst>
                                            <p:cond delay="0"/>
                                          </p:stCondLst>
                                        </p:cTn>
                                        <p:tgtEl>
                                          <p:spTgt spid="751"/>
                                        </p:tgtEl>
                                        <p:attrNameLst>
                                          <p:attrName>style.visibility</p:attrName>
                                        </p:attrNameLst>
                                      </p:cBhvr>
                                      <p:to>
                                        <p:strVal val="visible"/>
                                      </p:to>
                                    </p:set>
                                    <p:animEffect transition="in" filter="fade">
                                      <p:cBhvr>
                                        <p:cTn id="34" dur="500"/>
                                        <p:tgtEl>
                                          <p:spTgt spid="751"/>
                                        </p:tgtEl>
                                      </p:cBhvr>
                                    </p:animEffect>
                                  </p:childTnLst>
                                </p:cTn>
                              </p:par>
                              <p:par>
                                <p:cTn id="35" presetID="10" presetClass="entr" presetSubtype="0" fill="hold" nodeType="withEffect">
                                  <p:stCondLst>
                                    <p:cond delay="500"/>
                                  </p:stCondLst>
                                  <p:childTnLst>
                                    <p:set>
                                      <p:cBhvr>
                                        <p:cTn id="36" dur="1" fill="hold">
                                          <p:stCondLst>
                                            <p:cond delay="0"/>
                                          </p:stCondLst>
                                        </p:cTn>
                                        <p:tgtEl>
                                          <p:spTgt spid="766"/>
                                        </p:tgtEl>
                                        <p:attrNameLst>
                                          <p:attrName>style.visibility</p:attrName>
                                        </p:attrNameLst>
                                      </p:cBhvr>
                                      <p:to>
                                        <p:strVal val="visible"/>
                                      </p:to>
                                    </p:set>
                                    <p:animEffect transition="in" filter="fade">
                                      <p:cBhvr>
                                        <p:cTn id="37" dur="500"/>
                                        <p:tgtEl>
                                          <p:spTgt spid="766"/>
                                        </p:tgtEl>
                                      </p:cBhvr>
                                    </p:animEffect>
                                  </p:childTnLst>
                                </p:cTn>
                              </p:par>
                              <p:par>
                                <p:cTn id="38" presetID="26" presetClass="entr" presetSubtype="0" fill="hold" grpId="0" nodeType="withEffect">
                                  <p:stCondLst>
                                    <p:cond delay="500"/>
                                  </p:stCondLst>
                                  <p:childTnLst>
                                    <p:set>
                                      <p:cBhvr>
                                        <p:cTn id="39" dur="1" fill="hold">
                                          <p:stCondLst>
                                            <p:cond delay="0"/>
                                          </p:stCondLst>
                                        </p:cTn>
                                        <p:tgtEl>
                                          <p:spTgt spid="751">
                                            <p:txEl>
                                              <p:pRg st="0" end="0"/>
                                            </p:txEl>
                                          </p:spTgt>
                                        </p:tgtEl>
                                        <p:attrNameLst>
                                          <p:attrName>style.visibility</p:attrName>
                                        </p:attrNameLst>
                                      </p:cBhvr>
                                      <p:to>
                                        <p:strVal val="visible"/>
                                      </p:to>
                                    </p:set>
                                    <p:animEffect transition="in" filter="wipe(down)">
                                      <p:cBhvr>
                                        <p:cTn id="40" dur="580">
                                          <p:stCondLst>
                                            <p:cond delay="0"/>
                                          </p:stCondLst>
                                        </p:cTn>
                                        <p:tgtEl>
                                          <p:spTgt spid="751">
                                            <p:txEl>
                                              <p:pRg st="0" end="0"/>
                                            </p:txEl>
                                          </p:spTgt>
                                        </p:tgtEl>
                                      </p:cBhvr>
                                    </p:animEffect>
                                    <p:anim calcmode="lin" valueType="num">
                                      <p:cBhvr>
                                        <p:cTn id="41" dur="1822" tmFilter="0,0; 0.14,0.36; 0.43,0.73; 0.71,0.91; 1.0,1.0">
                                          <p:stCondLst>
                                            <p:cond delay="0"/>
                                          </p:stCondLst>
                                        </p:cTn>
                                        <p:tgtEl>
                                          <p:spTgt spid="751">
                                            <p:txEl>
                                              <p:pRg st="0" end="0"/>
                                            </p:txEl>
                                          </p:spTgt>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751">
                                            <p:txEl>
                                              <p:pRg st="0" end="0"/>
                                            </p:txEl>
                                          </p:spTgt>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751">
                                            <p:txEl>
                                              <p:pRg st="0" end="0"/>
                                            </p:txEl>
                                          </p:spTgt>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751">
                                            <p:txEl>
                                              <p:pRg st="0" end="0"/>
                                            </p:txEl>
                                          </p:spTgt>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751">
                                            <p:txEl>
                                              <p:pRg st="0" end="0"/>
                                            </p:txEl>
                                          </p:spTgt>
                                        </p:tgtEl>
                                        <p:attrNameLst>
                                          <p:attrName>ppt_y</p:attrName>
                                        </p:attrNameLst>
                                      </p:cBhvr>
                                      <p:tavLst>
                                        <p:tav tm="0" fmla="#ppt_y-sin(pi*$)/81">
                                          <p:val>
                                            <p:fltVal val="0"/>
                                          </p:val>
                                        </p:tav>
                                        <p:tav tm="100000">
                                          <p:val>
                                            <p:fltVal val="1"/>
                                          </p:val>
                                        </p:tav>
                                      </p:tavLst>
                                    </p:anim>
                                    <p:animScale>
                                      <p:cBhvr>
                                        <p:cTn id="46" dur="26">
                                          <p:stCondLst>
                                            <p:cond delay="650"/>
                                          </p:stCondLst>
                                        </p:cTn>
                                        <p:tgtEl>
                                          <p:spTgt spid="751">
                                            <p:txEl>
                                              <p:pRg st="0" end="0"/>
                                            </p:txEl>
                                          </p:spTgt>
                                        </p:tgtEl>
                                      </p:cBhvr>
                                      <p:to x="100000" y="60000"/>
                                    </p:animScale>
                                    <p:animScale>
                                      <p:cBhvr>
                                        <p:cTn id="47" dur="166" decel="50000">
                                          <p:stCondLst>
                                            <p:cond delay="676"/>
                                          </p:stCondLst>
                                        </p:cTn>
                                        <p:tgtEl>
                                          <p:spTgt spid="751">
                                            <p:txEl>
                                              <p:pRg st="0" end="0"/>
                                            </p:txEl>
                                          </p:spTgt>
                                        </p:tgtEl>
                                      </p:cBhvr>
                                      <p:to x="100000" y="100000"/>
                                    </p:animScale>
                                    <p:animScale>
                                      <p:cBhvr>
                                        <p:cTn id="48" dur="26">
                                          <p:stCondLst>
                                            <p:cond delay="1312"/>
                                          </p:stCondLst>
                                        </p:cTn>
                                        <p:tgtEl>
                                          <p:spTgt spid="751">
                                            <p:txEl>
                                              <p:pRg st="0" end="0"/>
                                            </p:txEl>
                                          </p:spTgt>
                                        </p:tgtEl>
                                      </p:cBhvr>
                                      <p:to x="100000" y="80000"/>
                                    </p:animScale>
                                    <p:animScale>
                                      <p:cBhvr>
                                        <p:cTn id="49" dur="166" decel="50000">
                                          <p:stCondLst>
                                            <p:cond delay="1338"/>
                                          </p:stCondLst>
                                        </p:cTn>
                                        <p:tgtEl>
                                          <p:spTgt spid="751">
                                            <p:txEl>
                                              <p:pRg st="0" end="0"/>
                                            </p:txEl>
                                          </p:spTgt>
                                        </p:tgtEl>
                                      </p:cBhvr>
                                      <p:to x="100000" y="100000"/>
                                    </p:animScale>
                                    <p:animScale>
                                      <p:cBhvr>
                                        <p:cTn id="50" dur="26">
                                          <p:stCondLst>
                                            <p:cond delay="1642"/>
                                          </p:stCondLst>
                                        </p:cTn>
                                        <p:tgtEl>
                                          <p:spTgt spid="751">
                                            <p:txEl>
                                              <p:pRg st="0" end="0"/>
                                            </p:txEl>
                                          </p:spTgt>
                                        </p:tgtEl>
                                      </p:cBhvr>
                                      <p:to x="100000" y="90000"/>
                                    </p:animScale>
                                    <p:animScale>
                                      <p:cBhvr>
                                        <p:cTn id="51" dur="166" decel="50000">
                                          <p:stCondLst>
                                            <p:cond delay="1668"/>
                                          </p:stCondLst>
                                        </p:cTn>
                                        <p:tgtEl>
                                          <p:spTgt spid="751">
                                            <p:txEl>
                                              <p:pRg st="0" end="0"/>
                                            </p:txEl>
                                          </p:spTgt>
                                        </p:tgtEl>
                                      </p:cBhvr>
                                      <p:to x="100000" y="100000"/>
                                    </p:animScale>
                                    <p:animScale>
                                      <p:cBhvr>
                                        <p:cTn id="52" dur="26">
                                          <p:stCondLst>
                                            <p:cond delay="1808"/>
                                          </p:stCondLst>
                                        </p:cTn>
                                        <p:tgtEl>
                                          <p:spTgt spid="751">
                                            <p:txEl>
                                              <p:pRg st="0" end="0"/>
                                            </p:txEl>
                                          </p:spTgt>
                                        </p:tgtEl>
                                      </p:cBhvr>
                                      <p:to x="100000" y="95000"/>
                                    </p:animScale>
                                    <p:animScale>
                                      <p:cBhvr>
                                        <p:cTn id="53" dur="166" decel="50000">
                                          <p:stCondLst>
                                            <p:cond delay="1834"/>
                                          </p:stCondLst>
                                        </p:cTn>
                                        <p:tgtEl>
                                          <p:spTgt spid="751">
                                            <p:txEl>
                                              <p:pRg st="0" end="0"/>
                                            </p:txEl>
                                          </p:spTgt>
                                        </p:tgtEl>
                                      </p:cBhvr>
                                      <p:to x="100000" y="100000"/>
                                    </p:animScale>
                                  </p:childTnLst>
                                </p:cTn>
                              </p:par>
                              <p:par>
                                <p:cTn id="54" presetID="26" presetClass="entr" presetSubtype="0" fill="hold" nodeType="with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ipe(down)">
                                      <p:cBhvr>
                                        <p:cTn id="56" dur="580">
                                          <p:stCondLst>
                                            <p:cond delay="0"/>
                                          </p:stCondLst>
                                        </p:cTn>
                                        <p:tgtEl>
                                          <p:spTgt spid="3"/>
                                        </p:tgtEl>
                                      </p:cBhvr>
                                    </p:animEffect>
                                    <p:anim calcmode="lin" valueType="num">
                                      <p:cBhvr>
                                        <p:cTn id="57"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58"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59"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60"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61"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62" dur="26">
                                          <p:stCondLst>
                                            <p:cond delay="650"/>
                                          </p:stCondLst>
                                        </p:cTn>
                                        <p:tgtEl>
                                          <p:spTgt spid="3"/>
                                        </p:tgtEl>
                                      </p:cBhvr>
                                      <p:to x="100000" y="60000"/>
                                    </p:animScale>
                                    <p:animScale>
                                      <p:cBhvr>
                                        <p:cTn id="63" dur="166" decel="50000">
                                          <p:stCondLst>
                                            <p:cond delay="676"/>
                                          </p:stCondLst>
                                        </p:cTn>
                                        <p:tgtEl>
                                          <p:spTgt spid="3"/>
                                        </p:tgtEl>
                                      </p:cBhvr>
                                      <p:to x="100000" y="100000"/>
                                    </p:animScale>
                                    <p:animScale>
                                      <p:cBhvr>
                                        <p:cTn id="64" dur="26">
                                          <p:stCondLst>
                                            <p:cond delay="1312"/>
                                          </p:stCondLst>
                                        </p:cTn>
                                        <p:tgtEl>
                                          <p:spTgt spid="3"/>
                                        </p:tgtEl>
                                      </p:cBhvr>
                                      <p:to x="100000" y="80000"/>
                                    </p:animScale>
                                    <p:animScale>
                                      <p:cBhvr>
                                        <p:cTn id="65" dur="166" decel="50000">
                                          <p:stCondLst>
                                            <p:cond delay="1338"/>
                                          </p:stCondLst>
                                        </p:cTn>
                                        <p:tgtEl>
                                          <p:spTgt spid="3"/>
                                        </p:tgtEl>
                                      </p:cBhvr>
                                      <p:to x="100000" y="100000"/>
                                    </p:animScale>
                                    <p:animScale>
                                      <p:cBhvr>
                                        <p:cTn id="66" dur="26">
                                          <p:stCondLst>
                                            <p:cond delay="1642"/>
                                          </p:stCondLst>
                                        </p:cTn>
                                        <p:tgtEl>
                                          <p:spTgt spid="3"/>
                                        </p:tgtEl>
                                      </p:cBhvr>
                                      <p:to x="100000" y="90000"/>
                                    </p:animScale>
                                    <p:animScale>
                                      <p:cBhvr>
                                        <p:cTn id="67" dur="166" decel="50000">
                                          <p:stCondLst>
                                            <p:cond delay="1668"/>
                                          </p:stCondLst>
                                        </p:cTn>
                                        <p:tgtEl>
                                          <p:spTgt spid="3"/>
                                        </p:tgtEl>
                                      </p:cBhvr>
                                      <p:to x="100000" y="100000"/>
                                    </p:animScale>
                                    <p:animScale>
                                      <p:cBhvr>
                                        <p:cTn id="68" dur="26">
                                          <p:stCondLst>
                                            <p:cond delay="1808"/>
                                          </p:stCondLst>
                                        </p:cTn>
                                        <p:tgtEl>
                                          <p:spTgt spid="3"/>
                                        </p:tgtEl>
                                      </p:cBhvr>
                                      <p:to x="100000" y="95000"/>
                                    </p:animScale>
                                    <p:animScale>
                                      <p:cBhvr>
                                        <p:cTn id="69"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 grpId="0" build="allAtOnce"/>
    </p:bldLst>
  </p:timing>
</p:sld>
</file>

<file path=ppt/theme/theme1.xml><?xml version="1.0" encoding="utf-8"?>
<a:theme xmlns:a="http://schemas.openxmlformats.org/drawingml/2006/main" name="Red White Presentation Template，GoogleSlides.org">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6911</TotalTime>
  <Words>1087</Words>
  <Application>Microsoft Office PowerPoint</Application>
  <PresentationFormat>Affichage à l'écran (16:9)</PresentationFormat>
  <Paragraphs>121</Paragraphs>
  <Slides>12</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Arial</vt:lpstr>
      <vt:lpstr>Broadway</vt:lpstr>
      <vt:lpstr>Calibri</vt:lpstr>
      <vt:lpstr>Century Gothic</vt:lpstr>
      <vt:lpstr>Times New Roman</vt:lpstr>
      <vt:lpstr>Wingdings</vt:lpstr>
      <vt:lpstr>Red White Presentation Template，GoogleSlides.org</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GERALD</dc:creator>
  <cp:lastModifiedBy>nec</cp:lastModifiedBy>
  <cp:revision>324</cp:revision>
  <dcterms:modified xsi:type="dcterms:W3CDTF">2025-10-13T11:35:08Z</dcterms:modified>
</cp:coreProperties>
</file>