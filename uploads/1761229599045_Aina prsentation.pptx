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247">
          <p15:clr>
            <a:srgbClr val="A4A3A4"/>
          </p15:clr>
        </p15:guide>
        <p15:guide id="2" pos="234">
          <p15:clr>
            <a:srgbClr val="A4A3A4"/>
          </p15:clr>
        </p15:guide>
        <p15:guide id="3" pos="7514">
          <p15:clr>
            <a:srgbClr val="A4A3A4"/>
          </p15:clr>
        </p15:guide>
        <p15:guide id="4" orient="horz" pos="3185">
          <p15:clr>
            <a:srgbClr val="A4A3A4"/>
          </p15:clr>
        </p15:guide>
        <p15:guide id="5" pos="176">
          <p15:clr>
            <a:srgbClr val="A4A3A4"/>
          </p15:clr>
        </p15:guide>
        <p15:guide id="6" pos="56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ec" initials="n" lastIdx="0" clrIdx="0">
    <p:extLst>
      <p:ext uri="{19B8F6BF-5375-455C-9EA6-DF929625EA0E}">
        <p15:presenceInfo xmlns:p15="http://schemas.microsoft.com/office/powerpoint/2012/main" userId="nec"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41620" autoAdjust="0"/>
  </p:normalViewPr>
  <p:slideViewPr>
    <p:cSldViewPr snapToGrid="0">
      <p:cViewPr varScale="1">
        <p:scale>
          <a:sx n="39" d="100"/>
          <a:sy n="39" d="100"/>
        </p:scale>
        <p:origin x="2310" y="36"/>
      </p:cViewPr>
      <p:guideLst>
        <p:guide orient="horz" pos="4247"/>
        <p:guide pos="234"/>
        <p:guide pos="7514"/>
        <p:guide orient="horz" pos="3185"/>
        <p:guide pos="176"/>
        <p:guide pos="5636"/>
      </p:guideLst>
    </p:cSldViewPr>
  </p:slideViewPr>
  <p:notesTextViewPr>
    <p:cViewPr>
      <p:scale>
        <a:sx n="150" d="100"/>
        <a:sy n="15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1048856"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9pPr>
          </a:lstStyle>
          <a:p>
            <a:endParaRPr/>
          </a:p>
        </p:txBody>
      </p:sp>
      <p:sp>
        <p:nvSpPr>
          <p:cNvPr id="1048857"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9pPr>
          </a:lstStyle>
          <a:p>
            <a:endParaRPr/>
          </a:p>
        </p:txBody>
      </p:sp>
      <p:sp>
        <p:nvSpPr>
          <p:cNvPr id="1048858"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859"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9pPr>
          </a:lstStyle>
          <a:p>
            <a:endParaRPr/>
          </a:p>
        </p:txBody>
      </p:sp>
      <p:sp>
        <p:nvSpPr>
          <p:cNvPr id="1048860"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9pPr>
          </a:lstStyle>
          <a:p>
            <a:endParaRPr/>
          </a:p>
        </p:txBody>
      </p:sp>
      <p:sp>
        <p:nvSpPr>
          <p:cNvPr id="1048861"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tr-TR"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‹N°›</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8121835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1048695" name="Google Shape;9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96" name="Google Shape;9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50000"/>
              </a:lnSpc>
              <a:spcBef>
                <a:spcPts val="0"/>
              </a:spcBef>
              <a:spcAft>
                <a:spcPts val="0"/>
              </a:spcAft>
              <a:buClr>
                <a:srgbClr val="000000"/>
              </a:buClr>
              <a:buSzPts val="1400"/>
              <a:buFont typeface="Arial"/>
              <a:buNone/>
            </a:pPr>
            <a:r>
              <a:rPr lang="fr-FR" sz="1400" b="0" i="0" u="none" strike="noStrike" kern="1200" cap="none" baseline="0" dirty="0" smtClean="0">
                <a:solidFill>
                  <a:schemeClr val="tx1"/>
                </a:solidFill>
                <a:effectLst/>
                <a:latin typeface="Times New Roman" panose="02020603050405020304" pitchFamily="18" charset="0"/>
                <a:ea typeface="Calibri"/>
                <a:cs typeface="Times New Roman" panose="02020603050405020304" pitchFamily="18" charset="0"/>
                <a:sym typeface="Calibri"/>
              </a:rPr>
              <a:t>Merci, Mr le </a:t>
            </a:r>
            <a:r>
              <a:rPr lang="fr-FR" sz="1400" b="0" i="0" u="none" strike="noStrike" kern="1200" cap="none" baseline="0" dirty="0" smtClean="0">
                <a:solidFill>
                  <a:schemeClr val="tx1"/>
                </a:solidFill>
                <a:effectLst/>
                <a:latin typeface="Times New Roman" panose="02020603050405020304" pitchFamily="18" charset="0"/>
                <a:ea typeface="Calibri"/>
                <a:cs typeface="Times New Roman" panose="02020603050405020304" pitchFamily="18" charset="0"/>
                <a:sym typeface="Calibri"/>
              </a:rPr>
              <a:t>jury </a:t>
            </a:r>
            <a:r>
              <a:rPr lang="fr-FR" sz="1400" b="0" i="0" u="none" strike="noStrike" kern="1200" cap="none" baseline="0" dirty="0" smtClean="0">
                <a:solidFill>
                  <a:schemeClr val="tx1"/>
                </a:solidFill>
                <a:effectLst/>
                <a:latin typeface="Times New Roman" panose="02020603050405020304" pitchFamily="18" charset="0"/>
                <a:ea typeface="Calibri"/>
                <a:cs typeface="Times New Roman" panose="02020603050405020304" pitchFamily="18" charset="0"/>
                <a:sym typeface="Calibri"/>
              </a:rPr>
              <a:t>de m’avoir cédé la parole</a:t>
            </a:r>
            <a:r>
              <a:rPr lang="fr-FR" sz="1400" b="0" i="0" u="none" strike="noStrike" kern="1200" cap="none" baseline="0" dirty="0" smtClean="0">
                <a:solidFill>
                  <a:schemeClr val="tx1"/>
                </a:solidFill>
                <a:latin typeface="Arial" panose="020B0604020202020204" pitchFamily="34" charset="0"/>
                <a:ea typeface="Calibri"/>
                <a:cs typeface="Arial" panose="020B0604020202020204" pitchFamily="34" charset="0"/>
                <a:sym typeface="Calibri"/>
              </a:rPr>
              <a:t>, </a:t>
            </a:r>
          </a:p>
          <a:p>
            <a:pPr marL="0" marR="0" lvl="0" indent="0" algn="just" defTabSz="914400" rtl="0" eaLnBrk="1" fontAlgn="auto" latinLnBrk="0" hangingPunct="1">
              <a:lnSpc>
                <a:spcPct val="150000"/>
              </a:lnSpc>
              <a:spcBef>
                <a:spcPts val="0"/>
              </a:spcBef>
              <a:spcAft>
                <a:spcPts val="0"/>
              </a:spcAft>
              <a:buClr>
                <a:srgbClr val="000000"/>
              </a:buClr>
              <a:buSzPts val="1400"/>
              <a:buFont typeface="Arial"/>
              <a:buNone/>
            </a:pPr>
            <a:r>
              <a:rPr lang="fr-FR" sz="1400" b="0" i="0" u="none" strike="noStrike" kern="1200" cap="none" dirty="0" smtClean="0">
                <a:solidFill>
                  <a:schemeClr val="tx1"/>
                </a:solidFill>
                <a:effectLst/>
                <a:latin typeface="Broadway" panose="04040905080B02020502" charset="0"/>
                <a:ea typeface="Calibri"/>
                <a:cs typeface="Broadway" panose="04040905080B02020502" charset="0"/>
                <a:sym typeface="Calibri"/>
              </a:rPr>
              <a:t>Monsieur </a:t>
            </a:r>
            <a:r>
              <a:rPr lang="fr-FR" sz="1400" b="0" i="0" u="none" strike="noStrike" kern="1200" cap="none" dirty="0" smtClean="0">
                <a:solidFill>
                  <a:schemeClr val="tx1"/>
                </a:solidFill>
                <a:effectLst/>
                <a:latin typeface="Broadway" panose="04040905080B02020502" charset="0"/>
                <a:ea typeface="Calibri"/>
                <a:cs typeface="Broadway" panose="04040905080B02020502" charset="0"/>
                <a:sym typeface="Calibri"/>
              </a:rPr>
              <a:t>le  </a:t>
            </a:r>
            <a:r>
              <a:rPr lang="fr-FR" sz="1400" b="0" i="0" u="none" strike="noStrike" kern="1200" cap="none" dirty="0" smtClean="0">
                <a:solidFill>
                  <a:schemeClr val="tx1"/>
                </a:solidFill>
                <a:effectLst/>
                <a:latin typeface="Broadway" panose="04040905080B02020502" charset="0"/>
                <a:ea typeface="Calibri"/>
                <a:cs typeface="Broadway" panose="04040905080B02020502" charset="0"/>
                <a:sym typeface="Calibri"/>
              </a:rPr>
              <a:t>Jury</a:t>
            </a:r>
            <a:r>
              <a:rPr lang="fr-FR" sz="1400" b="0" i="0" u="none" strike="noStrike" kern="1200" cap="none" dirty="0" smtClean="0">
                <a:solidFill>
                  <a:schemeClr val="tx1"/>
                </a:solidFill>
                <a:effectLst/>
                <a:latin typeface="Broadway" panose="04040905080B02020502" charset="0"/>
                <a:ea typeface="Calibri"/>
                <a:cs typeface="Broadway" panose="04040905080B02020502" charset="0"/>
                <a:sym typeface="Calibri"/>
              </a:rPr>
              <a:t>, Bonjour</a:t>
            </a:r>
            <a:r>
              <a:rPr lang="fr-FR" sz="1400" b="0" i="0" u="none" strike="noStrike" kern="1200" cap="none" dirty="0" smtClean="0">
                <a:solidFill>
                  <a:schemeClr val="tx1"/>
                </a:solidFill>
                <a:effectLst/>
                <a:latin typeface="Broadway" panose="04040905080B02020502" charset="0"/>
                <a:ea typeface="Calibri"/>
                <a:cs typeface="Broadway" panose="04040905080B02020502" charset="0"/>
                <a:sym typeface="Calibri"/>
              </a:rPr>
              <a:t>!*********</a:t>
            </a:r>
          </a:p>
          <a:p>
            <a:pPr marL="0" marR="0" lvl="0" indent="0" algn="l" defTabSz="914400" rtl="0" eaLnBrk="1" fontAlgn="auto" latinLnBrk="0" hangingPunct="1">
              <a:lnSpc>
                <a:spcPct val="150000"/>
              </a:lnSpc>
              <a:spcBef>
                <a:spcPts val="0"/>
              </a:spcBef>
              <a:spcAft>
                <a:spcPts val="0"/>
              </a:spcAft>
              <a:buClr>
                <a:srgbClr val="000000"/>
              </a:buClr>
              <a:buSzPts val="1400"/>
              <a:buFont typeface="Arial"/>
              <a:buNone/>
            </a:pPr>
            <a:endParaRPr lang="fr-FR" altLang="zh-CN" sz="1400" dirty="0" smtClean="0"/>
          </a:p>
          <a:p>
            <a:pPr marL="0" marR="0" lvl="0" indent="0" algn="l" defTabSz="914400" rtl="0" eaLnBrk="1" fontAlgn="auto" latinLnBrk="0" hangingPunct="1">
              <a:lnSpc>
                <a:spcPct val="150000"/>
              </a:lnSpc>
              <a:spcBef>
                <a:spcPts val="0"/>
              </a:spcBef>
              <a:spcAft>
                <a:spcPts val="0"/>
              </a:spcAft>
              <a:buClr>
                <a:srgbClr val="000000"/>
              </a:buClr>
              <a:buSzPts val="1400"/>
              <a:buFont typeface="Arial"/>
              <a:buNone/>
            </a:pPr>
            <a:r>
              <a:rPr lang="zh-CN" altLang="en-US" sz="1400" dirty="0" smtClean="0"/>
              <a:t>C’est </a:t>
            </a:r>
            <a:r>
              <a:rPr lang="zh-CN" altLang="en-US" sz="1400" dirty="0"/>
              <a:t>un grand honneur pour moi, de vous présenter en ce jour
la synthèse de mon rapport de stage pour l’obtention du diplôme de LICENCE PROFESSIONNELLE. 
Qui s’intitule ****: «Conception et réalisation d'une application de gestion salariale des employés chez Aris concept. »
Mais avant de présenter le contenu de ce travail, 
permettez-moi de vous présenter mes sincères remerciement à tous ce qui ont participé à la réalisation de ce mémoire *******</a:t>
            </a:r>
            <a:r>
              <a:rPr lang="zh-CN" altLang="en-US" dirty="0"/>
              <a:t>
</a:t>
            </a:r>
          </a:p>
        </p:txBody>
      </p:sp>
      <p:sp>
        <p:nvSpPr>
          <p:cNvPr id="1048697" name="Google Shape;92;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1</a:t>
            </a:fld>
            <a:endParaRPr lang="tr-TR"/>
          </a:p>
        </p:txBody>
      </p:sp>
    </p:spTree>
    <p:extLst>
      <p:ext uri="{BB962C8B-B14F-4D97-AF65-F5344CB8AC3E}">
        <p14:creationId xmlns:p14="http://schemas.microsoft.com/office/powerpoint/2010/main" val="26660673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1048712" name="Google Shape;74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13" name="Google Shape;744;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fr-FR" dirty="0"/>
              <a:t>"Tout d'abord, je remercie DIEU pour sa </a:t>
            </a:r>
            <a:r>
              <a:rPr lang="fr-FR" dirty="0" err="1"/>
              <a:t>benediction</a:t>
            </a:r>
            <a:r>
              <a:rPr lang="fr-FR" dirty="0"/>
              <a:t> pour ce mémoire.</a:t>
            </a:r>
            <a:br>
              <a:rPr lang="fr-FR" dirty="0"/>
            </a:br>
            <a:r>
              <a:rPr lang="fr-FR" dirty="0"/>
              <a:t>Je tiens également à exprimer ma profonde gratitude à toutes les personnes qui ont contribué, de près ou de loin, à la réussite de ce stage, notamment :</a:t>
            </a:r>
          </a:p>
          <a:p>
            <a:r>
              <a:rPr lang="fr-FR" dirty="0"/>
              <a:t>A Monsieur </a:t>
            </a:r>
            <a:r>
              <a:rPr lang="fr-FR" dirty="0" smtClean="0"/>
              <a:t>Hasina</a:t>
            </a:r>
            <a:r>
              <a:rPr lang="fr-FR" baseline="0" dirty="0" smtClean="0"/>
              <a:t> </a:t>
            </a:r>
            <a:r>
              <a:rPr lang="fr-FR" baseline="0" dirty="0" err="1" smtClean="0"/>
              <a:t>Rakotoniraint</a:t>
            </a:r>
            <a:r>
              <a:rPr lang="fr-FR" dirty="0" smtClean="0"/>
              <a:t>, </a:t>
            </a:r>
            <a:r>
              <a:rPr lang="fr-FR" dirty="0"/>
              <a:t>Docteur HDR, Directeur de </a:t>
            </a:r>
            <a:r>
              <a:rPr lang="fr-FR" dirty="0" smtClean="0"/>
              <a:t>l‘EMIT, </a:t>
            </a:r>
            <a:r>
              <a:rPr lang="fr-FR" dirty="0"/>
              <a:t>d’avoir donné son consentement au fait de m’envoyer</a:t>
            </a:r>
            <a:r>
              <a:rPr lang="fr-FR" baseline="0" dirty="0"/>
              <a:t> en stage</a:t>
            </a:r>
            <a:endParaRPr lang="fr-FR" dirty="0"/>
          </a:p>
          <a:p>
            <a:r>
              <a:rPr lang="fr-FR" dirty="0" smtClean="0"/>
              <a:t>Monsieur TAREHY</a:t>
            </a:r>
            <a:r>
              <a:rPr lang="fr-FR" baseline="0" dirty="0" smtClean="0"/>
              <a:t> Brice Evrard</a:t>
            </a:r>
            <a:r>
              <a:rPr lang="fr-FR" dirty="0" smtClean="0"/>
              <a:t>, </a:t>
            </a:r>
            <a:r>
              <a:rPr lang="fr-FR" dirty="0"/>
              <a:t>Docteur en Informatique, </a:t>
            </a:r>
            <a:r>
              <a:rPr lang="fr-FR" dirty="0" smtClean="0"/>
              <a:t>notre</a:t>
            </a:r>
            <a:r>
              <a:rPr lang="fr-FR" baseline="0" dirty="0" smtClean="0"/>
              <a:t> responsable de mention</a:t>
            </a:r>
            <a:r>
              <a:rPr lang="fr-FR" dirty="0" smtClean="0"/>
              <a:t>.</a:t>
            </a:r>
            <a:endParaRPr lang="fr-FR" dirty="0"/>
          </a:p>
          <a:p>
            <a:r>
              <a:rPr lang="fr-FR" dirty="0" smtClean="0"/>
              <a:t>Je tiens aussi </a:t>
            </a:r>
            <a:r>
              <a:rPr lang="fr-FR" dirty="0" err="1" smtClean="0"/>
              <a:t>MrMichael</a:t>
            </a:r>
            <a:r>
              <a:rPr lang="fr-FR" dirty="0" smtClean="0"/>
              <a:t> RAHRISON , Directeur</a:t>
            </a:r>
            <a:r>
              <a:rPr lang="fr-FR" baseline="0" dirty="0" smtClean="0"/>
              <a:t> de l’ARIS concept de m’avoir accepter d’effectuer un stage dans son entreprise.</a:t>
            </a:r>
            <a:endParaRPr lang="fr-FR" dirty="0"/>
          </a:p>
          <a:p>
            <a:r>
              <a:rPr lang="fr-FR" dirty="0"/>
              <a:t> Leur soutien, leurs conseils, et leur expertise m’ont été précieux à chaque étape de ce travail."**</a:t>
            </a:r>
          </a:p>
        </p:txBody>
      </p:sp>
      <p:sp>
        <p:nvSpPr>
          <p:cNvPr id="1048714" name="Google Shape;745;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2</a:t>
            </a:fld>
            <a:endParaRPr lang="tr-TR"/>
          </a:p>
        </p:txBody>
      </p:sp>
    </p:spTree>
    <p:extLst>
      <p:ext uri="{BB962C8B-B14F-4D97-AF65-F5344CB8AC3E}">
        <p14:creationId xmlns:p14="http://schemas.microsoft.com/office/powerpoint/2010/main" val="3521315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048733" name="Google Shape;12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34" name="Google Shape;12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pPr>
            <a:r>
              <a:rPr lang="fr-FR" dirty="0"/>
              <a:t>Voici donc le plan que je vais </a:t>
            </a:r>
            <a:r>
              <a:rPr lang="fr-FR" dirty="0" err="1"/>
              <a:t>elaborer</a:t>
            </a:r>
            <a:r>
              <a:rPr lang="fr-FR" dirty="0"/>
              <a:t> toute au long de cette </a:t>
            </a:r>
            <a:r>
              <a:rPr lang="fr-FR" dirty="0" err="1"/>
              <a:t>presentation</a:t>
            </a:r>
            <a:r>
              <a:rPr lang="fr-FR" dirty="0"/>
              <a:t>:</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pPr>
            <a:r>
              <a:rPr lang="fr-FR" dirty="0" err="1"/>
              <a:t>Premierement</a:t>
            </a:r>
            <a:r>
              <a:rPr lang="fr-FR" dirty="0"/>
              <a:t>, je vais faire une </a:t>
            </a:r>
            <a:r>
              <a:rPr lang="fr-FR" dirty="0" smtClean="0"/>
              <a:t>petite </a:t>
            </a:r>
            <a:r>
              <a:rPr lang="fr-FR" dirty="0" err="1" smtClean="0"/>
              <a:t>presentation</a:t>
            </a:r>
            <a:r>
              <a:rPr lang="fr-FR" dirty="0" smtClean="0"/>
              <a:t> de </a:t>
            </a:r>
            <a:r>
              <a:rPr lang="fr-FR" dirty="0"/>
              <a:t>l’entreprise d’</a:t>
            </a:r>
            <a:r>
              <a:rPr lang="fr-FR" dirty="0" err="1"/>
              <a:t>acceuile</a:t>
            </a:r>
            <a:endParaRPr lang="fr-FR"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pPr>
            <a:r>
              <a:rPr lang="fr-FR" dirty="0" err="1"/>
              <a:t>Ensuite,je</a:t>
            </a:r>
            <a:r>
              <a:rPr lang="fr-FR" dirty="0"/>
              <a:t> vais parler du description de projet suivie de l’analyse et critique de l’existant</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pPr>
            <a:r>
              <a:rPr lang="fr-FR" dirty="0"/>
              <a:t>Apres, je vais parler du </a:t>
            </a:r>
            <a:r>
              <a:rPr lang="fr-FR" dirty="0" err="1"/>
              <a:t>problematique</a:t>
            </a:r>
            <a:r>
              <a:rPr lang="fr-FR" dirty="0"/>
              <a:t> du projet</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pPr>
            <a:r>
              <a:rPr lang="fr-FR" dirty="0"/>
              <a:t>Puis, je vous expliquerai les solutions que nous avons imaginées pour répondre à ce problème</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pPr>
            <a:r>
              <a:rPr lang="fr-FR" dirty="0"/>
              <a:t>Je parlera aussi des outils que nous avons utilisés pour concevoir le projet et pourquoi nous les avons choisis.</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pPr>
            <a:r>
              <a:rPr lang="fr-FR" dirty="0"/>
              <a:t>Et c’est tout simplement avant de conclure que je vous montrerai  comment le projet fonctionne à travers une démonstration.</a:t>
            </a:r>
          </a:p>
          <a:p>
            <a:pPr marL="0" lvl="0" indent="0" algn="l" rtl="0">
              <a:spcBef>
                <a:spcPts val="0"/>
              </a:spcBef>
              <a:spcAft>
                <a:spcPts val="0"/>
              </a:spcAft>
              <a:buNone/>
            </a:pPr>
            <a:endParaRPr lang="fr-FR" dirty="0"/>
          </a:p>
          <a:p>
            <a:pPr marL="0" lvl="0" indent="0" algn="l" rtl="0">
              <a:spcBef>
                <a:spcPts val="0"/>
              </a:spcBef>
              <a:spcAft>
                <a:spcPts val="0"/>
              </a:spcAft>
              <a:buNone/>
            </a:pPr>
            <a:endParaRPr dirty="0"/>
          </a:p>
        </p:txBody>
      </p:sp>
      <p:sp>
        <p:nvSpPr>
          <p:cNvPr id="1048735" name="Google Shape;12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3</a:t>
            </a:fld>
            <a:endParaRPr lang="tr-TR"/>
          </a:p>
        </p:txBody>
      </p:sp>
    </p:spTree>
    <p:extLst>
      <p:ext uri="{BB962C8B-B14F-4D97-AF65-F5344CB8AC3E}">
        <p14:creationId xmlns:p14="http://schemas.microsoft.com/office/powerpoint/2010/main" val="13397095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048748" name="Google Shape;18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49" name="Google Shape;18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sz="1100" dirty="0"/>
              <a:t>"Notre lieu de stage est l’ARIS CONCEPT COMPANY  qui se trouve  a Iavoloha Antananarivo. C’est une entreprise jeune et dynamique </a:t>
            </a:r>
            <a:r>
              <a:rPr lang="fr-FR" sz="1100" dirty="0" err="1"/>
              <a:t>fondee</a:t>
            </a:r>
            <a:r>
              <a:rPr lang="fr-FR" sz="1100" dirty="0"/>
              <a:t> en 2022. Créer des solutions innovantes dans la gestion des </a:t>
            </a:r>
            <a:r>
              <a:rPr lang="fr-FR" sz="1100" dirty="0" err="1" smtClean="0"/>
              <a:t>donnees</a:t>
            </a:r>
            <a:r>
              <a:rPr lang="fr-FR" sz="1100" dirty="0" smtClean="0"/>
              <a:t> </a:t>
            </a:r>
            <a:r>
              <a:rPr lang="fr-FR" sz="1100" dirty="0"/>
              <a:t>pour ses clients </a:t>
            </a:r>
            <a:r>
              <a:rPr lang="fr-FR" sz="1100" dirty="0" err="1"/>
              <a:t>professionneles</a:t>
            </a:r>
            <a:r>
              <a:rPr lang="fr-FR" sz="1100" dirty="0"/>
              <a:t> et </a:t>
            </a:r>
            <a:r>
              <a:rPr lang="fr-FR" sz="1100" dirty="0" err="1"/>
              <a:t>ameliorer</a:t>
            </a:r>
            <a:r>
              <a:rPr lang="fr-FR" sz="1100" dirty="0"/>
              <a:t> les perspectives d’emploi pour les jeunes diplôme malagasy en leurs offrants des </a:t>
            </a:r>
            <a:r>
              <a:rPr lang="fr-FR" sz="1100" dirty="0" err="1"/>
              <a:t>opportunites</a:t>
            </a:r>
            <a:r>
              <a:rPr lang="fr-FR" sz="1100" dirty="0"/>
              <a:t> de travail enrichissantes sont leurs principaux objectifs.</a:t>
            </a: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spcBef>
                <a:spcPts val="0"/>
              </a:spcBef>
              <a:spcAft>
                <a:spcPts val="0"/>
              </a:spcAft>
              <a:buNone/>
            </a:pPr>
            <a:endParaRPr lang="fr-FR" noProof="0" dirty="0"/>
          </a:p>
          <a:p>
            <a:pPr marL="0" lvl="0" indent="0" algn="l" rtl="0">
              <a:spcBef>
                <a:spcPts val="0"/>
              </a:spcBef>
              <a:spcAft>
                <a:spcPts val="0"/>
              </a:spcAft>
              <a:buNone/>
            </a:pPr>
            <a:endParaRPr dirty="0"/>
          </a:p>
        </p:txBody>
      </p:sp>
      <p:sp>
        <p:nvSpPr>
          <p:cNvPr id="1048750" name="Google Shape;18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4</a:t>
            </a:fld>
            <a:endParaRPr lang="tr-TR"/>
          </a:p>
        </p:txBody>
      </p:sp>
    </p:spTree>
    <p:extLst>
      <p:ext uri="{BB962C8B-B14F-4D97-AF65-F5344CB8AC3E}">
        <p14:creationId xmlns:p14="http://schemas.microsoft.com/office/powerpoint/2010/main" val="13150674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048765" name="Google Shape;18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66" name="Google Shape;18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dirty="0" smtClean="0"/>
              <a:t>Le projet intitulé </a:t>
            </a:r>
            <a:r>
              <a:rPr lang="fr-FR" b="1" dirty="0" smtClean="0"/>
              <a:t>« Conception et réalisation d’une application de gestion salariale des employés au sein de l’entreprise ARIS Concept »</a:t>
            </a:r>
            <a:r>
              <a:rPr lang="fr-FR" dirty="0" smtClean="0"/>
              <a:t> a pour objectif de moderniser et d’automatiser la gestion des salaires. En effet, le système manuel utilisé jusqu’à présent engendre souvent des erreurs humaines, des retards et une perte de temps considérable pour le service des ressources humaines. Cette application a donc été conçue pour réduire ces erreurs, faciliter le traitement des données et assurer un meilleur suivi des employés. Elle offre une </a:t>
            </a:r>
            <a:r>
              <a:rPr lang="fr-FR" b="1" dirty="0" smtClean="0"/>
              <a:t>interface simple et intuitive</a:t>
            </a:r>
            <a:r>
              <a:rPr lang="fr-FR" dirty="0" smtClean="0"/>
              <a:t>, permettant une utilisation fluide aussi bien par les administrateurs que par les employés. Grâce à l’intégration de technologies modernes telles que </a:t>
            </a:r>
            <a:r>
              <a:rPr lang="fr-FR" b="1" dirty="0" smtClean="0"/>
              <a:t>React.js</a:t>
            </a:r>
            <a:r>
              <a:rPr lang="fr-FR" dirty="0" smtClean="0"/>
              <a:t>, </a:t>
            </a:r>
            <a:r>
              <a:rPr lang="fr-FR" b="1" dirty="0" err="1" smtClean="0"/>
              <a:t>Spring</a:t>
            </a:r>
            <a:r>
              <a:rPr lang="fr-FR" b="1" dirty="0" smtClean="0"/>
              <a:t> Boot</a:t>
            </a:r>
            <a:r>
              <a:rPr lang="fr-FR" dirty="0" smtClean="0"/>
              <a:t>, </a:t>
            </a:r>
            <a:r>
              <a:rPr lang="fr-FR" b="1" dirty="0" err="1" smtClean="0"/>
              <a:t>Electronjs</a:t>
            </a:r>
            <a:r>
              <a:rPr lang="fr-FR" b="1" baseline="0" dirty="0" smtClean="0"/>
              <a:t> </a:t>
            </a:r>
            <a:r>
              <a:rPr lang="fr-FR" dirty="0" smtClean="0"/>
              <a:t>et </a:t>
            </a:r>
            <a:r>
              <a:rPr lang="fr-FR" b="1" dirty="0" smtClean="0"/>
              <a:t>MySQL</a:t>
            </a:r>
            <a:r>
              <a:rPr lang="fr-FR" dirty="0" smtClean="0"/>
              <a:t>, le système garantit une gestion efficace, sécurisée et accessible, contribuant ainsi à l’amélioration de la productivité et de la fiabilité du processus de paie au sein d’ARIS Concept.</a:t>
            </a:r>
            <a:endParaRPr lang="fr-FR" dirty="0"/>
          </a:p>
        </p:txBody>
      </p:sp>
      <p:sp>
        <p:nvSpPr>
          <p:cNvPr id="1048767" name="Google Shape;18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5</a:t>
            </a:fld>
            <a:endParaRPr lang="tr-TR"/>
          </a:p>
        </p:txBody>
      </p:sp>
    </p:spTree>
    <p:extLst>
      <p:ext uri="{BB962C8B-B14F-4D97-AF65-F5344CB8AC3E}">
        <p14:creationId xmlns:p14="http://schemas.microsoft.com/office/powerpoint/2010/main" val="15447034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048777" name="Google Shape;18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78" name="Google Shape;18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noProof="0" dirty="0" err="1"/>
              <a:t>Concernant</a:t>
            </a:r>
            <a:r>
              <a:rPr lang="en-US" noProof="0" dirty="0"/>
              <a:t> </a:t>
            </a:r>
            <a:r>
              <a:rPr lang="en-US" noProof="0" dirty="0" err="1"/>
              <a:t>l’analyse</a:t>
            </a:r>
            <a:r>
              <a:rPr lang="en-US" noProof="0" dirty="0"/>
              <a:t> et le critique de </a:t>
            </a:r>
            <a:r>
              <a:rPr lang="en-US" noProof="0" dirty="0" err="1"/>
              <a:t>l’existant</a:t>
            </a:r>
            <a:endParaRPr lang="en-US" noProof="0" dirty="0"/>
          </a:p>
          <a:p>
            <a:pPr marL="0" lvl="0" indent="0" algn="l" rtl="0">
              <a:spcBef>
                <a:spcPts val="0"/>
              </a:spcBef>
              <a:spcAft>
                <a:spcPts val="0"/>
              </a:spcAft>
              <a:buNone/>
            </a:pPr>
            <a:r>
              <a:rPr lang="en-US" sz="900" noProof="0" dirty="0">
                <a:solidFill>
                  <a:srgbClr val="595959"/>
                </a:solidFill>
                <a:latin typeface="Century Gothic"/>
                <a:ea typeface="Century Gothic"/>
                <a:cs typeface="Century Gothic"/>
                <a:sym typeface="Century Gothic"/>
              </a:rPr>
              <a:t>Pendant </a:t>
            </a:r>
            <a:r>
              <a:rPr lang="en-US" sz="900" noProof="0" dirty="0" err="1">
                <a:solidFill>
                  <a:srgbClr val="595959"/>
                </a:solidFill>
                <a:latin typeface="Century Gothic"/>
                <a:ea typeface="Century Gothic"/>
                <a:cs typeface="Century Gothic"/>
                <a:sym typeface="Century Gothic"/>
              </a:rPr>
              <a:t>ces</a:t>
            </a:r>
            <a:r>
              <a:rPr lang="en-US" sz="900" noProof="0" dirty="0">
                <a:solidFill>
                  <a:srgbClr val="595959"/>
                </a:solidFill>
                <a:latin typeface="Century Gothic"/>
                <a:ea typeface="Century Gothic"/>
                <a:cs typeface="Century Gothic"/>
                <a:sym typeface="Century Gothic"/>
              </a:rPr>
              <a:t> 3 </a:t>
            </a:r>
            <a:r>
              <a:rPr lang="en-US" sz="900" noProof="0" dirty="0" err="1">
                <a:solidFill>
                  <a:srgbClr val="595959"/>
                </a:solidFill>
                <a:latin typeface="Century Gothic"/>
                <a:ea typeface="Century Gothic"/>
                <a:cs typeface="Century Gothic"/>
                <a:sym typeface="Century Gothic"/>
              </a:rPr>
              <a:t>mois</a:t>
            </a:r>
            <a:r>
              <a:rPr lang="en-US" sz="900" noProof="0" dirty="0">
                <a:solidFill>
                  <a:srgbClr val="595959"/>
                </a:solidFill>
                <a:latin typeface="Century Gothic"/>
                <a:ea typeface="Century Gothic"/>
                <a:cs typeface="Century Gothic"/>
                <a:sym typeface="Century Gothic"/>
              </a:rPr>
              <a:t> de stages passer dans </a:t>
            </a:r>
            <a:r>
              <a:rPr lang="en-US" sz="900" noProof="0" dirty="0" err="1">
                <a:solidFill>
                  <a:srgbClr val="595959"/>
                </a:solidFill>
                <a:latin typeface="Century Gothic"/>
                <a:ea typeface="Century Gothic"/>
                <a:cs typeface="Century Gothic"/>
                <a:sym typeface="Century Gothic"/>
              </a:rPr>
              <a:t>l’entreprise</a:t>
            </a:r>
            <a:r>
              <a:rPr lang="en-US" sz="900" noProof="0" dirty="0">
                <a:solidFill>
                  <a:srgbClr val="595959"/>
                </a:solidFill>
                <a:latin typeface="Century Gothic"/>
                <a:ea typeface="Century Gothic"/>
                <a:cs typeface="Century Gothic"/>
                <a:sym typeface="Century Gothic"/>
              </a:rPr>
              <a:t> on a </a:t>
            </a:r>
            <a:r>
              <a:rPr lang="en-US" sz="900" noProof="0" dirty="0" err="1">
                <a:solidFill>
                  <a:srgbClr val="595959"/>
                </a:solidFill>
                <a:latin typeface="Century Gothic"/>
                <a:ea typeface="Century Gothic"/>
                <a:cs typeface="Century Gothic"/>
                <a:sym typeface="Century Gothic"/>
              </a:rPr>
              <a:t>constater</a:t>
            </a:r>
            <a:r>
              <a:rPr lang="en-US" sz="900" noProof="0" dirty="0">
                <a:solidFill>
                  <a:srgbClr val="595959"/>
                </a:solidFill>
                <a:latin typeface="Century Gothic"/>
                <a:ea typeface="Century Gothic"/>
                <a:cs typeface="Century Gothic"/>
                <a:sym typeface="Century Gothic"/>
              </a:rPr>
              <a:t> </a:t>
            </a:r>
            <a:r>
              <a:rPr lang="en-US" sz="900" noProof="0" dirty="0" err="1" smtClean="0">
                <a:solidFill>
                  <a:srgbClr val="595959"/>
                </a:solidFill>
                <a:latin typeface="Century Gothic"/>
                <a:ea typeface="Century Gothic"/>
                <a:cs typeface="Century Gothic"/>
                <a:sym typeface="Century Gothic"/>
              </a:rPr>
              <a:t>que</a:t>
            </a:r>
            <a:r>
              <a:rPr lang="en-US" sz="900" baseline="0" noProof="0" dirty="0" smtClean="0">
                <a:solidFill>
                  <a:srgbClr val="595959"/>
                </a:solidFill>
                <a:latin typeface="Century Gothic"/>
                <a:ea typeface="Century Gothic"/>
                <a:cs typeface="Century Gothic"/>
                <a:sym typeface="Century Gothic"/>
              </a:rPr>
              <a:t> </a:t>
            </a:r>
            <a:r>
              <a:rPr lang="fr-FR" sz="900" noProof="0" dirty="0" smtClean="0">
                <a:solidFill>
                  <a:schemeClr val="dk1"/>
                </a:solidFill>
                <a:latin typeface="Calibri"/>
                <a:ea typeface="Century Gothic"/>
                <a:cs typeface="Calibri"/>
                <a:sym typeface="Calibri"/>
              </a:rPr>
              <a:t>a</a:t>
            </a:r>
            <a:r>
              <a:rPr lang="fr-FR" dirty="0" err="1" smtClean="0"/>
              <a:t>vant</a:t>
            </a:r>
            <a:r>
              <a:rPr lang="fr-FR" dirty="0" smtClean="0"/>
              <a:t> la mise en place du projet, l’entreprise </a:t>
            </a:r>
            <a:r>
              <a:rPr lang="fr-FR" b="1" dirty="0" smtClean="0"/>
              <a:t>ARIS Concept</a:t>
            </a:r>
            <a:r>
              <a:rPr lang="fr-FR" dirty="0" smtClean="0"/>
              <a:t> ne disposait d’aucun système informatisé pour la gestion des salaires. Les fiches de paie n’étaient pas générées, ce qui entraînait de nombreuses réclamations de la part des employés, ces derniers estimant souvent que leurs salaires n’étaient pas complets ou correctement calculés. Le traitement des paiements se faisait de manière manuelle, sans véritable suivi ni preuve formelle, rendant la vérification difficile et favorisant les erreurs humaines. Cette situation créait un climat de mécontentement au sein du personnel et une surcharge de travail pour le service des ressources humaines. Ainsi, la mise en œuvre d’une application de gestion salariale s’est imposée comme une solution nécessaire pour automatiser le processus, garantir la transparence et fiabiliser le calcul des rémunérations.</a:t>
            </a:r>
            <a:endParaRPr lang="fr-FR" dirty="0"/>
          </a:p>
        </p:txBody>
      </p:sp>
      <p:sp>
        <p:nvSpPr>
          <p:cNvPr id="1048779" name="Google Shape;18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6</a:t>
            </a:fld>
            <a:endParaRPr lang="tr-TR"/>
          </a:p>
        </p:txBody>
      </p:sp>
    </p:spTree>
    <p:extLst>
      <p:ext uri="{BB962C8B-B14F-4D97-AF65-F5344CB8AC3E}">
        <p14:creationId xmlns:p14="http://schemas.microsoft.com/office/powerpoint/2010/main" val="4204799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048790" name="Google Shape;18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91" name="Google Shape;18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pPr>
            <a:r>
              <a:rPr lang="fr-FR" dirty="0"/>
              <a:t>Alors comment faire pour </a:t>
            </a:r>
            <a:r>
              <a:rPr lang="fr-FR" dirty="0" err="1"/>
              <a:t>resoudre</a:t>
            </a:r>
            <a:r>
              <a:rPr lang="fr-FR" dirty="0"/>
              <a:t> ces </a:t>
            </a:r>
            <a:r>
              <a:rPr lang="fr-FR" dirty="0" err="1"/>
              <a:t>different</a:t>
            </a:r>
            <a:r>
              <a:rPr lang="fr-FR" dirty="0"/>
              <a:t> </a:t>
            </a:r>
            <a:r>
              <a:rPr lang="fr-FR" dirty="0" err="1"/>
              <a:t>probleme</a:t>
            </a:r>
            <a:r>
              <a:rPr lang="fr-FR" dirty="0"/>
              <a:t>?</a:t>
            </a:r>
          </a:p>
          <a:p>
            <a:pPr marL="0" lvl="0" indent="0" algn="l" rtl="0">
              <a:spcBef>
                <a:spcPts val="0"/>
              </a:spcBef>
              <a:spcAft>
                <a:spcPts val="0"/>
              </a:spcAft>
              <a:buNone/>
            </a:pPr>
            <a:endParaRPr lang="fr-FR" dirty="0"/>
          </a:p>
        </p:txBody>
      </p:sp>
      <p:sp>
        <p:nvSpPr>
          <p:cNvPr id="1048792" name="Google Shape;18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7</a:t>
            </a:fld>
            <a:endParaRPr lang="tr-TR"/>
          </a:p>
        </p:txBody>
      </p:sp>
    </p:spTree>
    <p:extLst>
      <p:ext uri="{BB962C8B-B14F-4D97-AF65-F5344CB8AC3E}">
        <p14:creationId xmlns:p14="http://schemas.microsoft.com/office/powerpoint/2010/main" val="37927071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048802" name="Google Shape;18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803" name="Google Shape;18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dirty="0"/>
              <a:t>Pour </a:t>
            </a:r>
            <a:r>
              <a:rPr lang="fr-FR" dirty="0" err="1"/>
              <a:t>resoudre</a:t>
            </a:r>
            <a:r>
              <a:rPr lang="fr-FR" dirty="0"/>
              <a:t> alors a ces </a:t>
            </a:r>
            <a:r>
              <a:rPr lang="fr-FR" dirty="0" err="1"/>
              <a:t>problemes</a:t>
            </a:r>
            <a:r>
              <a:rPr lang="fr-FR" dirty="0"/>
              <a:t> , il faut </a:t>
            </a:r>
            <a:r>
              <a:rPr lang="fr-FR" dirty="0" smtClean="0"/>
              <a:t>penser</a:t>
            </a:r>
            <a:r>
              <a:rPr lang="fr-FR" baseline="0" dirty="0" smtClean="0"/>
              <a:t> a une application qui permet  a l’administrateur de géré le salaire de ses employés.</a:t>
            </a:r>
            <a:endParaRPr lang="fr-FR" dirty="0"/>
          </a:p>
          <a:p>
            <a:pPr marL="0" lvl="0" indent="0" algn="l" rtl="0">
              <a:spcBef>
                <a:spcPts val="0"/>
              </a:spcBef>
              <a:spcAft>
                <a:spcPts val="0"/>
              </a:spcAft>
              <a:buNone/>
            </a:pPr>
            <a:endParaRPr lang="fr-FR" dirty="0"/>
          </a:p>
        </p:txBody>
      </p:sp>
      <p:sp>
        <p:nvSpPr>
          <p:cNvPr id="1048804" name="Google Shape;18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8</a:t>
            </a:fld>
            <a:endParaRPr lang="tr-TR"/>
          </a:p>
        </p:txBody>
      </p:sp>
    </p:spTree>
    <p:extLst>
      <p:ext uri="{BB962C8B-B14F-4D97-AF65-F5344CB8AC3E}">
        <p14:creationId xmlns:p14="http://schemas.microsoft.com/office/powerpoint/2010/main" val="216346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048648" name="Google Shape;18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49" name="Google Shape;18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fr-FR" dirty="0" smtClean="0"/>
              <a:t>Notre architecture repose sur trois technologies modernes et complémentaires :</a:t>
            </a:r>
          </a:p>
          <a:p>
            <a:r>
              <a:rPr lang="fr-FR" b="1" dirty="0" err="1" smtClean="0"/>
              <a:t>React</a:t>
            </a:r>
            <a:r>
              <a:rPr lang="fr-FR" dirty="0" smtClean="0"/>
              <a:t> 🧠</a:t>
            </a:r>
            <a:br>
              <a:rPr lang="fr-FR" dirty="0" smtClean="0"/>
            </a:br>
            <a:r>
              <a:rPr lang="fr-FR" dirty="0" smtClean="0"/>
              <a:t>Utilisé pour la </a:t>
            </a:r>
            <a:r>
              <a:rPr lang="fr-FR" b="1" dirty="0" smtClean="0"/>
              <a:t>création de l’interface utilisateur (</a:t>
            </a:r>
            <a:r>
              <a:rPr lang="fr-FR" b="1" dirty="0" err="1" smtClean="0"/>
              <a:t>frontend</a:t>
            </a:r>
            <a:r>
              <a:rPr lang="fr-FR" b="1" dirty="0" smtClean="0"/>
              <a:t>)</a:t>
            </a:r>
            <a:r>
              <a:rPr lang="fr-FR" dirty="0" smtClean="0"/>
              <a:t>.</a:t>
            </a:r>
            <a:br>
              <a:rPr lang="fr-FR" dirty="0" smtClean="0"/>
            </a:br>
            <a:r>
              <a:rPr lang="fr-FR" dirty="0" smtClean="0"/>
              <a:t>Il permet de concevoir des interfaces dynamiques, réactives et ergonomiques, offrant une excellente expérience utilisateur.</a:t>
            </a:r>
            <a:br>
              <a:rPr lang="fr-FR" dirty="0" smtClean="0"/>
            </a:br>
            <a:r>
              <a:rPr lang="fr-FR" dirty="0" smtClean="0"/>
              <a:t>Grâce à ses composants réutilisables, le développement devient plus rapide et plus structuré.</a:t>
            </a:r>
          </a:p>
          <a:p>
            <a:r>
              <a:rPr lang="fr-FR" b="1" dirty="0" smtClean="0"/>
              <a:t>Electron</a:t>
            </a:r>
            <a:r>
              <a:rPr lang="fr-FR" dirty="0" smtClean="0"/>
              <a:t> ⚡</a:t>
            </a:r>
            <a:br>
              <a:rPr lang="fr-FR" dirty="0" smtClean="0"/>
            </a:br>
            <a:r>
              <a:rPr lang="fr-FR" dirty="0" smtClean="0"/>
              <a:t>Permet de transformer une application web développée avec </a:t>
            </a:r>
            <a:r>
              <a:rPr lang="fr-FR" dirty="0" err="1" smtClean="0"/>
              <a:t>React</a:t>
            </a:r>
            <a:r>
              <a:rPr lang="fr-FR" dirty="0" smtClean="0"/>
              <a:t> en une </a:t>
            </a:r>
            <a:r>
              <a:rPr lang="fr-FR" b="1" dirty="0" smtClean="0"/>
              <a:t>application de bureau multiplateforme</a:t>
            </a:r>
            <a:r>
              <a:rPr lang="fr-FR" dirty="0" smtClean="0"/>
              <a:t> (Windows, </a:t>
            </a:r>
            <a:r>
              <a:rPr lang="fr-FR" dirty="0" err="1" smtClean="0"/>
              <a:t>macOS</a:t>
            </a:r>
            <a:r>
              <a:rPr lang="fr-FR" dirty="0" smtClean="0"/>
              <a:t>, Linux).</a:t>
            </a:r>
            <a:br>
              <a:rPr lang="fr-FR" dirty="0" smtClean="0"/>
            </a:br>
            <a:r>
              <a:rPr lang="fr-FR" dirty="0" smtClean="0"/>
              <a:t>Electron combine </a:t>
            </a:r>
            <a:r>
              <a:rPr lang="fr-FR" b="1" dirty="0" err="1" smtClean="0"/>
              <a:t>Chromium</a:t>
            </a:r>
            <a:r>
              <a:rPr lang="fr-FR" dirty="0" smtClean="0"/>
              <a:t> et </a:t>
            </a:r>
            <a:r>
              <a:rPr lang="fr-FR" b="1" dirty="0" smtClean="0"/>
              <a:t>Node.js</a:t>
            </a:r>
            <a:r>
              <a:rPr lang="fr-FR" dirty="0" smtClean="0"/>
              <a:t>, ce qui facilite l’intégration entre le front-end et les fonctionnalités locales du système (fichiers, notifications, etc.).</a:t>
            </a:r>
          </a:p>
          <a:p>
            <a:r>
              <a:rPr lang="fr-FR" b="1" dirty="0" err="1" smtClean="0"/>
              <a:t>Spring</a:t>
            </a:r>
            <a:r>
              <a:rPr lang="fr-FR" b="1" dirty="0" smtClean="0"/>
              <a:t> Boot</a:t>
            </a:r>
            <a:r>
              <a:rPr lang="fr-FR" dirty="0" smtClean="0"/>
              <a:t> 🔧</a:t>
            </a:r>
            <a:br>
              <a:rPr lang="fr-FR" dirty="0" smtClean="0"/>
            </a:br>
            <a:r>
              <a:rPr lang="fr-FR" dirty="0" smtClean="0"/>
              <a:t>Utilisé pour la </a:t>
            </a:r>
            <a:r>
              <a:rPr lang="fr-FR" b="1" dirty="0" smtClean="0"/>
              <a:t>partie serveur (</a:t>
            </a:r>
            <a:r>
              <a:rPr lang="fr-FR" b="1" dirty="0" err="1" smtClean="0"/>
              <a:t>backend</a:t>
            </a:r>
            <a:r>
              <a:rPr lang="fr-FR" b="1" dirty="0" smtClean="0"/>
              <a:t>)</a:t>
            </a:r>
            <a:r>
              <a:rPr lang="fr-FR" dirty="0" smtClean="0"/>
              <a:t>.</a:t>
            </a:r>
            <a:br>
              <a:rPr lang="fr-FR" dirty="0" smtClean="0"/>
            </a:br>
            <a:r>
              <a:rPr lang="fr-FR" dirty="0" smtClean="0"/>
              <a:t>Il simplifie la création d’API REST sécurisées et performantes, permettant la communication entre l’interface (</a:t>
            </a:r>
            <a:r>
              <a:rPr lang="fr-FR" dirty="0" err="1" smtClean="0"/>
              <a:t>React</a:t>
            </a:r>
            <a:r>
              <a:rPr lang="fr-FR" dirty="0" smtClean="0"/>
              <a:t>/Electron) et la base de données.</a:t>
            </a:r>
            <a:br>
              <a:rPr lang="fr-FR" dirty="0" smtClean="0"/>
            </a:br>
            <a:r>
              <a:rPr lang="fr-FR" dirty="0" smtClean="0"/>
              <a:t>Sa flexibilité et sa rapidité de mise en œuvre en font un choix idéal pour des applications modernes et évolutives.</a:t>
            </a:r>
            <a:endParaRPr lang="fr-FR" dirty="0"/>
          </a:p>
        </p:txBody>
      </p:sp>
      <p:sp>
        <p:nvSpPr>
          <p:cNvPr id="1048650" name="Google Shape;18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9</a:t>
            </a:fld>
            <a:endParaRPr lang="tr-TR"/>
          </a:p>
        </p:txBody>
      </p:sp>
    </p:spTree>
    <p:extLst>
      <p:ext uri="{BB962C8B-B14F-4D97-AF65-F5344CB8AC3E}">
        <p14:creationId xmlns:p14="http://schemas.microsoft.com/office/powerpoint/2010/main" val="4688170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1048632" name="Google Shape;47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33" name="Google Shape;473;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pPr>
            <a:r>
              <a:rPr lang="fr-FR" dirty="0"/>
              <a:t>Passons maintenant à la démonstration </a:t>
            </a:r>
            <a:r>
              <a:rPr lang="fr-FR" dirty="0" smtClean="0"/>
              <a:t>du projet!"</a:t>
            </a:r>
            <a:endParaRPr dirty="0"/>
          </a:p>
        </p:txBody>
      </p:sp>
      <p:sp>
        <p:nvSpPr>
          <p:cNvPr id="1048634" name="Google Shape;474;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10</a:t>
            </a:fld>
            <a:endParaRPr lang="tr-TR"/>
          </a:p>
        </p:txBody>
      </p:sp>
    </p:spTree>
    <p:extLst>
      <p:ext uri="{BB962C8B-B14F-4D97-AF65-F5344CB8AC3E}">
        <p14:creationId xmlns:p14="http://schemas.microsoft.com/office/powerpoint/2010/main" val="31229613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1048617" name="Google Shape;74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18" name="Google Shape;744;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fr-FR" dirty="0"/>
              <a:t>Pour conclure, ce stage au sein d’ARIS CONCEPT COMPANY m’a offert une précieuse opportunité de m’immerger dans le monde professionnel tout en renforçant mes connaissances et compétences dans le domaine </a:t>
            </a:r>
            <a:r>
              <a:rPr lang="fr-FR" dirty="0" smtClean="0"/>
              <a:t>de développement d’application</a:t>
            </a:r>
            <a:r>
              <a:rPr lang="fr-FR" baseline="0" dirty="0" smtClean="0"/>
              <a:t> web</a:t>
            </a:r>
            <a:r>
              <a:rPr lang="fr-FR" dirty="0" smtClean="0"/>
              <a:t>.</a:t>
            </a:r>
            <a:endParaRPr lang="fr-FR" dirty="0"/>
          </a:p>
          <a:p>
            <a:r>
              <a:rPr lang="fr-FR" dirty="0"/>
              <a:t>Bien que le projet soit pleinement opérationnel et réponde efficacement aux besoins des utilisateurs, il pourrait être encore optimisé en intégrant des fonctionnalités </a:t>
            </a:r>
            <a:r>
              <a:rPr lang="fr-FR" dirty="0" smtClean="0"/>
              <a:t>supplémentaires.</a:t>
            </a:r>
            <a:endParaRPr lang="fr-FR" dirty="0"/>
          </a:p>
        </p:txBody>
      </p:sp>
      <p:sp>
        <p:nvSpPr>
          <p:cNvPr id="1048619" name="Google Shape;745;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11</a:t>
            </a:fld>
            <a:endParaRPr lang="tr-TR"/>
          </a:p>
        </p:txBody>
      </p:sp>
    </p:spTree>
    <p:extLst>
      <p:ext uri="{BB962C8B-B14F-4D97-AF65-F5344CB8AC3E}">
        <p14:creationId xmlns:p14="http://schemas.microsoft.com/office/powerpoint/2010/main" val="16458150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1048600" name="Google Shape;74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601" name="Google Shape;744;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pPr>
            <a:r>
              <a:rPr lang="fr-FR" sz="900" kern="1200" dirty="0">
                <a:solidFill>
                  <a:schemeClr val="tx1"/>
                </a:solidFill>
                <a:effectLst/>
                <a:latin typeface="+mn-lt"/>
                <a:ea typeface="+mn-ea"/>
                <a:cs typeface="+mn-cs"/>
              </a:rPr>
              <a:t>Monsieur le président du Jury, </a:t>
            </a:r>
            <a:r>
              <a:rPr lang="fr-FR" sz="900" kern="1200" dirty="0" smtClean="0">
                <a:solidFill>
                  <a:schemeClr val="tx1"/>
                </a:solidFill>
                <a:effectLst/>
                <a:latin typeface="+mn-lt"/>
                <a:ea typeface="+mn-ea"/>
                <a:cs typeface="+mn-cs"/>
              </a:rPr>
              <a:t>ainsi </a:t>
            </a:r>
            <a:r>
              <a:rPr lang="fr-FR" sz="900" kern="1200" dirty="0">
                <a:solidFill>
                  <a:schemeClr val="tx1"/>
                </a:solidFill>
                <a:effectLst/>
                <a:latin typeface="+mn-lt"/>
                <a:ea typeface="+mn-ea"/>
                <a:cs typeface="+mn-cs"/>
              </a:rPr>
              <a:t>s'achève la présentation de mon exposé. Je suis a votre disposition si il y a des questions et des remarques dont le but d’</a:t>
            </a:r>
            <a:r>
              <a:rPr lang="fr-FR" sz="900" kern="1200" dirty="0" err="1">
                <a:solidFill>
                  <a:schemeClr val="tx1"/>
                </a:solidFill>
                <a:effectLst/>
                <a:latin typeface="+mn-lt"/>
                <a:ea typeface="+mn-ea"/>
                <a:cs typeface="+mn-cs"/>
              </a:rPr>
              <a:t>ameliorer</a:t>
            </a:r>
            <a:r>
              <a:rPr lang="fr-FR" sz="900" kern="1200" dirty="0">
                <a:solidFill>
                  <a:schemeClr val="tx1"/>
                </a:solidFill>
                <a:effectLst/>
                <a:latin typeface="+mn-lt"/>
                <a:ea typeface="+mn-ea"/>
                <a:cs typeface="+mn-cs"/>
              </a:rPr>
              <a:t> mon travail.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pPr>
            <a:r>
              <a:rPr lang="fr-FR" sz="900" kern="1200" dirty="0">
                <a:solidFill>
                  <a:schemeClr val="tx1"/>
                </a:solidFill>
                <a:effectLst/>
                <a:latin typeface="+mn-lt"/>
                <a:ea typeface="+mn-ea"/>
                <a:cs typeface="+mn-cs"/>
              </a:rPr>
              <a:t>Merci de votre aimable attention !  </a:t>
            </a:r>
            <a:endParaRPr lang="fr-FR" sz="9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pPr>
            <a:endParaRPr lang="fr-FR" sz="9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pPr>
            <a:endParaRPr lang="fr-FR" sz="9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pPr>
            <a:endParaRPr lang="fr-FR" sz="9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pPr>
            <a:endParaRPr lang="fr-FR" sz="9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pPr>
            <a:endParaRPr lang="fr-FR" sz="9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pPr>
            <a:endParaRPr lang="fr-FR" sz="900" kern="1200" dirty="0">
              <a:solidFill>
                <a:schemeClr val="tx1"/>
              </a:solidFill>
              <a:effectLst/>
              <a:latin typeface="+mn-lt"/>
              <a:ea typeface="+mn-ea"/>
              <a:cs typeface="+mn-cs"/>
            </a:endParaRPr>
          </a:p>
          <a:p>
            <a:pPr marL="0" lvl="0" indent="0" algn="l" rtl="0">
              <a:spcBef>
                <a:spcPts val="0"/>
              </a:spcBef>
              <a:spcAft>
                <a:spcPts val="0"/>
              </a:spcAft>
              <a:buNone/>
            </a:pPr>
            <a:endParaRPr dirty="0"/>
          </a:p>
        </p:txBody>
      </p:sp>
      <p:sp>
        <p:nvSpPr>
          <p:cNvPr id="1048602" name="Google Shape;745;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12</a:t>
            </a:fld>
            <a:endParaRPr lang="tr-TR"/>
          </a:p>
        </p:txBody>
      </p:sp>
    </p:spTree>
    <p:extLst>
      <p:ext uri="{BB962C8B-B14F-4D97-AF65-F5344CB8AC3E}">
        <p14:creationId xmlns:p14="http://schemas.microsoft.com/office/powerpoint/2010/main" val="1250592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1" type="title">
  <p:cSld name="TITLE">
    <p:spTree>
      <p:nvGrpSpPr>
        <p:cNvPr id="1" name="Shape 15"/>
        <p:cNvGrpSpPr/>
        <p:nvPr/>
      </p:nvGrpSpPr>
      <p:grpSpPr>
        <a:xfrm>
          <a:off x="0" y="0"/>
          <a:ext cx="0" cy="0"/>
          <a:chOff x="0" y="0"/>
          <a:chExt cx="0" cy="0"/>
        </a:xfrm>
      </p:grpSpPr>
      <p:sp>
        <p:nvSpPr>
          <p:cNvPr id="1048670" name="Google Shape;16;p2"/>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Autofit/>
          </a:bodyPr>
          <a:lstStyle>
            <a:lvl1pPr lvl="0" algn="ctr">
              <a:lnSpc>
                <a:spcPct val="90000"/>
              </a:lnSpc>
              <a:spcBef>
                <a:spcPts val="0"/>
              </a:spcBef>
              <a:spcAft>
                <a:spcPts val="0"/>
              </a:spcAft>
              <a:buClr>
                <a:schemeClr val="dk1"/>
              </a:buClr>
              <a:buSzPts val="4500"/>
              <a:buFont typeface="Century Gothic"/>
              <a:buNone/>
              <a:defRPr sz="45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71" name="Google Shape;17;p2"/>
          <p:cNvSpPr txBox="1">
            <a:spLocks noGrp="1"/>
          </p:cNvSpPr>
          <p:nvPr>
            <p:ph type="subTitle" idx="1"/>
          </p:nvPr>
        </p:nvSpPr>
        <p:spPr>
          <a:xfrm>
            <a:off x="1143000" y="2701528"/>
            <a:ext cx="6858000" cy="1241822"/>
          </a:xfrm>
          <a:prstGeom prst="rect">
            <a:avLst/>
          </a:prstGeom>
          <a:noFill/>
          <a:ln>
            <a:noFill/>
          </a:ln>
        </p:spPr>
        <p:txBody>
          <a:bodyPr spcFirstLastPara="1" wrap="square" lIns="68575" tIns="34275" rIns="68575" bIns="34275" anchor="t" anchorCtr="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400"/>
              <a:buNone/>
              <a:defRPr sz="140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1048672" name="Google Shape;18;p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73" name="Google Shape;19;p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74" name="Google Shape;20;p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‹N°›</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7" type="blank">
  <p:cSld name="BLANK">
    <p:spTree>
      <p:nvGrpSpPr>
        <p:cNvPr id="1" name="Shape 21"/>
        <p:cNvGrpSpPr/>
        <p:nvPr/>
      </p:nvGrpSpPr>
      <p:grpSpPr>
        <a:xfrm>
          <a:off x="0" y="0"/>
          <a:ext cx="0" cy="0"/>
          <a:chOff x="0" y="0"/>
          <a:chExt cx="0" cy="0"/>
        </a:xfrm>
      </p:grpSpPr>
      <p:sp>
        <p:nvSpPr>
          <p:cNvPr id="1048581" name="Google Shape;22;p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582" name="Google Shape;23;p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583" name="Google Shape;24;p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‹N°›</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2" type="obj">
  <p:cSld name="OBJECT">
    <p:spTree>
      <p:nvGrpSpPr>
        <p:cNvPr id="1" name="Shape 29"/>
        <p:cNvGrpSpPr/>
        <p:nvPr/>
      </p:nvGrpSpPr>
      <p:grpSpPr>
        <a:xfrm>
          <a:off x="0" y="0"/>
          <a:ext cx="0" cy="0"/>
          <a:chOff x="0" y="0"/>
          <a:chExt cx="0" cy="0"/>
        </a:xfrm>
      </p:grpSpPr>
      <p:sp>
        <p:nvSpPr>
          <p:cNvPr id="1048830" name="Google Shape;30;p5"/>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831" name="Google Shape;31;p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Autofit/>
          </a:bodyPr>
          <a:lstStyle>
            <a:lvl1pPr marL="457200" lvl="0" indent="-342900" algn="l">
              <a:lnSpc>
                <a:spcPct val="90000"/>
              </a:lnSpc>
              <a:spcBef>
                <a:spcPts val="750"/>
              </a:spcBef>
              <a:spcAft>
                <a:spcPts val="0"/>
              </a:spcAft>
              <a:buClr>
                <a:schemeClr val="dk1"/>
              </a:buClr>
              <a:buSzPts val="1800"/>
              <a:buChar char="•"/>
            </a:lvl1pPr>
            <a:lvl2pPr marL="914400" lvl="1" indent="-342900" algn="l">
              <a:lnSpc>
                <a:spcPct val="90000"/>
              </a:lnSpc>
              <a:spcBef>
                <a:spcPts val="375"/>
              </a:spcBef>
              <a:spcAft>
                <a:spcPts val="0"/>
              </a:spcAft>
              <a:buClr>
                <a:schemeClr val="dk1"/>
              </a:buClr>
              <a:buSzPts val="1800"/>
              <a:buChar char="•"/>
            </a:lvl2pPr>
            <a:lvl3pPr marL="1371600" lvl="2" indent="-342900" algn="l">
              <a:lnSpc>
                <a:spcPct val="90000"/>
              </a:lnSpc>
              <a:spcBef>
                <a:spcPts val="375"/>
              </a:spcBef>
              <a:spcAft>
                <a:spcPts val="0"/>
              </a:spcAft>
              <a:buClr>
                <a:schemeClr val="dk1"/>
              </a:buClr>
              <a:buSzPts val="1800"/>
              <a:buChar char="•"/>
            </a:lvl3pPr>
            <a:lvl4pPr marL="1828800" lvl="3" indent="-342900" algn="l">
              <a:lnSpc>
                <a:spcPct val="90000"/>
              </a:lnSpc>
              <a:spcBef>
                <a:spcPts val="375"/>
              </a:spcBef>
              <a:spcAft>
                <a:spcPts val="0"/>
              </a:spcAft>
              <a:buClr>
                <a:schemeClr val="dk1"/>
              </a:buClr>
              <a:buSzPts val="1800"/>
              <a:buChar char="•"/>
            </a:lvl4pPr>
            <a:lvl5pPr marL="2286000" lvl="4" indent="-342900" algn="l">
              <a:lnSpc>
                <a:spcPct val="90000"/>
              </a:lnSpc>
              <a:spcBef>
                <a:spcPts val="375"/>
              </a:spcBef>
              <a:spcAft>
                <a:spcPts val="0"/>
              </a:spcAft>
              <a:buClr>
                <a:schemeClr val="dk1"/>
              </a:buClr>
              <a:buSzPts val="1800"/>
              <a:buChar char="•"/>
            </a:lvl5pPr>
            <a:lvl6pPr marL="2743200" lvl="5" indent="-342900" algn="l">
              <a:lnSpc>
                <a:spcPct val="90000"/>
              </a:lnSpc>
              <a:spcBef>
                <a:spcPts val="375"/>
              </a:spcBef>
              <a:spcAft>
                <a:spcPts val="0"/>
              </a:spcAft>
              <a:buClr>
                <a:schemeClr val="dk1"/>
              </a:buClr>
              <a:buSzPts val="1800"/>
              <a:buChar char="•"/>
            </a:lvl6pPr>
            <a:lvl7pPr marL="3200400" lvl="6" indent="-342900" algn="l">
              <a:lnSpc>
                <a:spcPct val="90000"/>
              </a:lnSpc>
              <a:spcBef>
                <a:spcPts val="375"/>
              </a:spcBef>
              <a:spcAft>
                <a:spcPts val="0"/>
              </a:spcAft>
              <a:buClr>
                <a:schemeClr val="dk1"/>
              </a:buClr>
              <a:buSzPts val="1800"/>
              <a:buChar char="•"/>
            </a:lvl7pPr>
            <a:lvl8pPr marL="3657600" lvl="7" indent="-342900" algn="l">
              <a:lnSpc>
                <a:spcPct val="90000"/>
              </a:lnSpc>
              <a:spcBef>
                <a:spcPts val="375"/>
              </a:spcBef>
              <a:spcAft>
                <a:spcPts val="0"/>
              </a:spcAft>
              <a:buClr>
                <a:schemeClr val="dk1"/>
              </a:buClr>
              <a:buSzPts val="1800"/>
              <a:buChar char="•"/>
            </a:lvl8pPr>
            <a:lvl9pPr marL="4114800" lvl="8" indent="-342900" algn="l">
              <a:lnSpc>
                <a:spcPct val="90000"/>
              </a:lnSpc>
              <a:spcBef>
                <a:spcPts val="375"/>
              </a:spcBef>
              <a:spcAft>
                <a:spcPts val="0"/>
              </a:spcAft>
              <a:buClr>
                <a:schemeClr val="dk1"/>
              </a:buClr>
              <a:buSzPts val="1800"/>
              <a:buChar char="•"/>
            </a:lvl9pPr>
          </a:lstStyle>
          <a:p>
            <a:endParaRPr/>
          </a:p>
        </p:txBody>
      </p:sp>
      <p:sp>
        <p:nvSpPr>
          <p:cNvPr id="1048832" name="Google Shape;32;p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833" name="Google Shape;33;p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834" name="Google Shape;34;p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‹N°›</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lide 3" type="secHead">
  <p:cSld name="SECTION_HEADER">
    <p:spTree>
      <p:nvGrpSpPr>
        <p:cNvPr id="1" name="Shape 35"/>
        <p:cNvGrpSpPr/>
        <p:nvPr/>
      </p:nvGrpSpPr>
      <p:grpSpPr>
        <a:xfrm>
          <a:off x="0" y="0"/>
          <a:ext cx="0" cy="0"/>
          <a:chOff x="0" y="0"/>
          <a:chExt cx="0" cy="0"/>
        </a:xfrm>
      </p:grpSpPr>
      <p:sp>
        <p:nvSpPr>
          <p:cNvPr id="1048835" name="Google Shape;36;p6"/>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4500"/>
              <a:buFont typeface="Century Gothic"/>
              <a:buNone/>
              <a:defRPr sz="45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836" name="Google Shape;37;p6"/>
          <p:cNvSpPr txBox="1">
            <a:spLocks noGrp="1"/>
          </p:cNvSpPr>
          <p:nvPr>
            <p:ph type="body" idx="1"/>
          </p:nvPr>
        </p:nvSpPr>
        <p:spPr>
          <a:xfrm>
            <a:off x="623888" y="3442098"/>
            <a:ext cx="7886700" cy="112514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400"/>
              <a:buNone/>
              <a:defRPr sz="140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1048837" name="Google Shape;38;p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838" name="Google Shape;39;p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839" name="Google Shape;40;p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‹N°›</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lide 4" type="twoObj">
  <p:cSld name="TWO_OBJECTS">
    <p:spTree>
      <p:nvGrpSpPr>
        <p:cNvPr id="1" name="Shape 41"/>
        <p:cNvGrpSpPr/>
        <p:nvPr/>
      </p:nvGrpSpPr>
      <p:grpSpPr>
        <a:xfrm>
          <a:off x="0" y="0"/>
          <a:ext cx="0" cy="0"/>
          <a:chOff x="0" y="0"/>
          <a:chExt cx="0" cy="0"/>
        </a:xfrm>
      </p:grpSpPr>
      <p:sp>
        <p:nvSpPr>
          <p:cNvPr id="1048840" name="Google Shape;42;p7"/>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841" name="Google Shape;43;p7"/>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Autofit/>
          </a:bodyPr>
          <a:lstStyle>
            <a:lvl1pPr marL="457200" lvl="0" indent="-342900" algn="l">
              <a:lnSpc>
                <a:spcPct val="90000"/>
              </a:lnSpc>
              <a:spcBef>
                <a:spcPts val="750"/>
              </a:spcBef>
              <a:spcAft>
                <a:spcPts val="0"/>
              </a:spcAft>
              <a:buClr>
                <a:schemeClr val="dk1"/>
              </a:buClr>
              <a:buSzPts val="1800"/>
              <a:buChar char="•"/>
            </a:lvl1pPr>
            <a:lvl2pPr marL="914400" lvl="1" indent="-342900" algn="l">
              <a:lnSpc>
                <a:spcPct val="90000"/>
              </a:lnSpc>
              <a:spcBef>
                <a:spcPts val="375"/>
              </a:spcBef>
              <a:spcAft>
                <a:spcPts val="0"/>
              </a:spcAft>
              <a:buClr>
                <a:schemeClr val="dk1"/>
              </a:buClr>
              <a:buSzPts val="1800"/>
              <a:buChar char="•"/>
            </a:lvl2pPr>
            <a:lvl3pPr marL="1371600" lvl="2" indent="-342900" algn="l">
              <a:lnSpc>
                <a:spcPct val="90000"/>
              </a:lnSpc>
              <a:spcBef>
                <a:spcPts val="375"/>
              </a:spcBef>
              <a:spcAft>
                <a:spcPts val="0"/>
              </a:spcAft>
              <a:buClr>
                <a:schemeClr val="dk1"/>
              </a:buClr>
              <a:buSzPts val="1800"/>
              <a:buChar char="•"/>
            </a:lvl3pPr>
            <a:lvl4pPr marL="1828800" lvl="3" indent="-342900" algn="l">
              <a:lnSpc>
                <a:spcPct val="90000"/>
              </a:lnSpc>
              <a:spcBef>
                <a:spcPts val="375"/>
              </a:spcBef>
              <a:spcAft>
                <a:spcPts val="0"/>
              </a:spcAft>
              <a:buClr>
                <a:schemeClr val="dk1"/>
              </a:buClr>
              <a:buSzPts val="1800"/>
              <a:buChar char="•"/>
            </a:lvl4pPr>
            <a:lvl5pPr marL="2286000" lvl="4" indent="-342900" algn="l">
              <a:lnSpc>
                <a:spcPct val="90000"/>
              </a:lnSpc>
              <a:spcBef>
                <a:spcPts val="375"/>
              </a:spcBef>
              <a:spcAft>
                <a:spcPts val="0"/>
              </a:spcAft>
              <a:buClr>
                <a:schemeClr val="dk1"/>
              </a:buClr>
              <a:buSzPts val="1800"/>
              <a:buChar char="•"/>
            </a:lvl5pPr>
            <a:lvl6pPr marL="2743200" lvl="5" indent="-342900" algn="l">
              <a:lnSpc>
                <a:spcPct val="90000"/>
              </a:lnSpc>
              <a:spcBef>
                <a:spcPts val="375"/>
              </a:spcBef>
              <a:spcAft>
                <a:spcPts val="0"/>
              </a:spcAft>
              <a:buClr>
                <a:schemeClr val="dk1"/>
              </a:buClr>
              <a:buSzPts val="1800"/>
              <a:buChar char="•"/>
            </a:lvl6pPr>
            <a:lvl7pPr marL="3200400" lvl="6" indent="-342900" algn="l">
              <a:lnSpc>
                <a:spcPct val="90000"/>
              </a:lnSpc>
              <a:spcBef>
                <a:spcPts val="375"/>
              </a:spcBef>
              <a:spcAft>
                <a:spcPts val="0"/>
              </a:spcAft>
              <a:buClr>
                <a:schemeClr val="dk1"/>
              </a:buClr>
              <a:buSzPts val="1800"/>
              <a:buChar char="•"/>
            </a:lvl7pPr>
            <a:lvl8pPr marL="3657600" lvl="7" indent="-342900" algn="l">
              <a:lnSpc>
                <a:spcPct val="90000"/>
              </a:lnSpc>
              <a:spcBef>
                <a:spcPts val="375"/>
              </a:spcBef>
              <a:spcAft>
                <a:spcPts val="0"/>
              </a:spcAft>
              <a:buClr>
                <a:schemeClr val="dk1"/>
              </a:buClr>
              <a:buSzPts val="1800"/>
              <a:buChar char="•"/>
            </a:lvl8pPr>
            <a:lvl9pPr marL="4114800" lvl="8" indent="-342900" algn="l">
              <a:lnSpc>
                <a:spcPct val="90000"/>
              </a:lnSpc>
              <a:spcBef>
                <a:spcPts val="375"/>
              </a:spcBef>
              <a:spcAft>
                <a:spcPts val="0"/>
              </a:spcAft>
              <a:buClr>
                <a:schemeClr val="dk1"/>
              </a:buClr>
              <a:buSzPts val="1800"/>
              <a:buChar char="•"/>
            </a:lvl9pPr>
          </a:lstStyle>
          <a:p>
            <a:endParaRPr/>
          </a:p>
        </p:txBody>
      </p:sp>
      <p:sp>
        <p:nvSpPr>
          <p:cNvPr id="1048842" name="Google Shape;44;p7"/>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Autofit/>
          </a:bodyPr>
          <a:lstStyle>
            <a:lvl1pPr marL="457200" lvl="0" indent="-342900" algn="l">
              <a:lnSpc>
                <a:spcPct val="90000"/>
              </a:lnSpc>
              <a:spcBef>
                <a:spcPts val="750"/>
              </a:spcBef>
              <a:spcAft>
                <a:spcPts val="0"/>
              </a:spcAft>
              <a:buClr>
                <a:schemeClr val="dk1"/>
              </a:buClr>
              <a:buSzPts val="1800"/>
              <a:buChar char="•"/>
            </a:lvl1pPr>
            <a:lvl2pPr marL="914400" lvl="1" indent="-342900" algn="l">
              <a:lnSpc>
                <a:spcPct val="90000"/>
              </a:lnSpc>
              <a:spcBef>
                <a:spcPts val="375"/>
              </a:spcBef>
              <a:spcAft>
                <a:spcPts val="0"/>
              </a:spcAft>
              <a:buClr>
                <a:schemeClr val="dk1"/>
              </a:buClr>
              <a:buSzPts val="1800"/>
              <a:buChar char="•"/>
            </a:lvl2pPr>
            <a:lvl3pPr marL="1371600" lvl="2" indent="-342900" algn="l">
              <a:lnSpc>
                <a:spcPct val="90000"/>
              </a:lnSpc>
              <a:spcBef>
                <a:spcPts val="375"/>
              </a:spcBef>
              <a:spcAft>
                <a:spcPts val="0"/>
              </a:spcAft>
              <a:buClr>
                <a:schemeClr val="dk1"/>
              </a:buClr>
              <a:buSzPts val="1800"/>
              <a:buChar char="•"/>
            </a:lvl3pPr>
            <a:lvl4pPr marL="1828800" lvl="3" indent="-342900" algn="l">
              <a:lnSpc>
                <a:spcPct val="90000"/>
              </a:lnSpc>
              <a:spcBef>
                <a:spcPts val="375"/>
              </a:spcBef>
              <a:spcAft>
                <a:spcPts val="0"/>
              </a:spcAft>
              <a:buClr>
                <a:schemeClr val="dk1"/>
              </a:buClr>
              <a:buSzPts val="1800"/>
              <a:buChar char="•"/>
            </a:lvl4pPr>
            <a:lvl5pPr marL="2286000" lvl="4" indent="-342900" algn="l">
              <a:lnSpc>
                <a:spcPct val="90000"/>
              </a:lnSpc>
              <a:spcBef>
                <a:spcPts val="375"/>
              </a:spcBef>
              <a:spcAft>
                <a:spcPts val="0"/>
              </a:spcAft>
              <a:buClr>
                <a:schemeClr val="dk1"/>
              </a:buClr>
              <a:buSzPts val="1800"/>
              <a:buChar char="•"/>
            </a:lvl5pPr>
            <a:lvl6pPr marL="2743200" lvl="5" indent="-342900" algn="l">
              <a:lnSpc>
                <a:spcPct val="90000"/>
              </a:lnSpc>
              <a:spcBef>
                <a:spcPts val="375"/>
              </a:spcBef>
              <a:spcAft>
                <a:spcPts val="0"/>
              </a:spcAft>
              <a:buClr>
                <a:schemeClr val="dk1"/>
              </a:buClr>
              <a:buSzPts val="1800"/>
              <a:buChar char="•"/>
            </a:lvl6pPr>
            <a:lvl7pPr marL="3200400" lvl="6" indent="-342900" algn="l">
              <a:lnSpc>
                <a:spcPct val="90000"/>
              </a:lnSpc>
              <a:spcBef>
                <a:spcPts val="375"/>
              </a:spcBef>
              <a:spcAft>
                <a:spcPts val="0"/>
              </a:spcAft>
              <a:buClr>
                <a:schemeClr val="dk1"/>
              </a:buClr>
              <a:buSzPts val="1800"/>
              <a:buChar char="•"/>
            </a:lvl7pPr>
            <a:lvl8pPr marL="3657600" lvl="7" indent="-342900" algn="l">
              <a:lnSpc>
                <a:spcPct val="90000"/>
              </a:lnSpc>
              <a:spcBef>
                <a:spcPts val="375"/>
              </a:spcBef>
              <a:spcAft>
                <a:spcPts val="0"/>
              </a:spcAft>
              <a:buClr>
                <a:schemeClr val="dk1"/>
              </a:buClr>
              <a:buSzPts val="1800"/>
              <a:buChar char="•"/>
            </a:lvl8pPr>
            <a:lvl9pPr marL="4114800" lvl="8" indent="-342900" algn="l">
              <a:lnSpc>
                <a:spcPct val="90000"/>
              </a:lnSpc>
              <a:spcBef>
                <a:spcPts val="375"/>
              </a:spcBef>
              <a:spcAft>
                <a:spcPts val="0"/>
              </a:spcAft>
              <a:buClr>
                <a:schemeClr val="dk1"/>
              </a:buClr>
              <a:buSzPts val="1800"/>
              <a:buChar char="•"/>
            </a:lvl9pPr>
          </a:lstStyle>
          <a:p>
            <a:endParaRPr/>
          </a:p>
        </p:txBody>
      </p:sp>
      <p:sp>
        <p:nvSpPr>
          <p:cNvPr id="1048843" name="Google Shape;45;p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844" name="Google Shape;46;p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845" name="Google Shape;47;p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‹N°›</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lide 5" type="twoTxTwoObj">
  <p:cSld name="TWO_OBJECTS_WITH_TEXT">
    <p:spTree>
      <p:nvGrpSpPr>
        <p:cNvPr id="1" name="Shape 48"/>
        <p:cNvGrpSpPr/>
        <p:nvPr/>
      </p:nvGrpSpPr>
      <p:grpSpPr>
        <a:xfrm>
          <a:off x="0" y="0"/>
          <a:ext cx="0" cy="0"/>
          <a:chOff x="0" y="0"/>
          <a:chExt cx="0" cy="0"/>
        </a:xfrm>
      </p:grpSpPr>
      <p:sp>
        <p:nvSpPr>
          <p:cNvPr id="1048805" name="Google Shape;49;p8"/>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806" name="Google Shape;50;p8"/>
          <p:cNvSpPr txBox="1">
            <a:spLocks noGrp="1"/>
          </p:cNvSpPr>
          <p:nvPr>
            <p:ph type="body" idx="1"/>
          </p:nvPr>
        </p:nvSpPr>
        <p:spPr>
          <a:xfrm>
            <a:off x="629842" y="1260872"/>
            <a:ext cx="3868340" cy="617934"/>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400"/>
              <a:buNone/>
              <a:defRPr sz="140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1048807" name="Google Shape;51;p8"/>
          <p:cNvSpPr txBox="1">
            <a:spLocks noGrp="1"/>
          </p:cNvSpPr>
          <p:nvPr>
            <p:ph type="body" idx="2"/>
          </p:nvPr>
        </p:nvSpPr>
        <p:spPr>
          <a:xfrm>
            <a:off x="629842" y="1878806"/>
            <a:ext cx="3868340" cy="2763441"/>
          </a:xfrm>
          <a:prstGeom prst="rect">
            <a:avLst/>
          </a:prstGeom>
          <a:noFill/>
          <a:ln>
            <a:noFill/>
          </a:ln>
        </p:spPr>
        <p:txBody>
          <a:bodyPr spcFirstLastPara="1" wrap="square" lIns="68575" tIns="34275" rIns="68575" bIns="34275" anchor="t" anchorCtr="0">
            <a:noAutofit/>
          </a:bodyPr>
          <a:lstStyle>
            <a:lvl1pPr marL="457200" lvl="0" indent="-342900" algn="l">
              <a:lnSpc>
                <a:spcPct val="90000"/>
              </a:lnSpc>
              <a:spcBef>
                <a:spcPts val="750"/>
              </a:spcBef>
              <a:spcAft>
                <a:spcPts val="0"/>
              </a:spcAft>
              <a:buClr>
                <a:schemeClr val="dk1"/>
              </a:buClr>
              <a:buSzPts val="1800"/>
              <a:buChar char="•"/>
            </a:lvl1pPr>
            <a:lvl2pPr marL="914400" lvl="1" indent="-342900" algn="l">
              <a:lnSpc>
                <a:spcPct val="90000"/>
              </a:lnSpc>
              <a:spcBef>
                <a:spcPts val="375"/>
              </a:spcBef>
              <a:spcAft>
                <a:spcPts val="0"/>
              </a:spcAft>
              <a:buClr>
                <a:schemeClr val="dk1"/>
              </a:buClr>
              <a:buSzPts val="1800"/>
              <a:buChar char="•"/>
            </a:lvl2pPr>
            <a:lvl3pPr marL="1371600" lvl="2" indent="-342900" algn="l">
              <a:lnSpc>
                <a:spcPct val="90000"/>
              </a:lnSpc>
              <a:spcBef>
                <a:spcPts val="375"/>
              </a:spcBef>
              <a:spcAft>
                <a:spcPts val="0"/>
              </a:spcAft>
              <a:buClr>
                <a:schemeClr val="dk1"/>
              </a:buClr>
              <a:buSzPts val="1800"/>
              <a:buChar char="•"/>
            </a:lvl3pPr>
            <a:lvl4pPr marL="1828800" lvl="3" indent="-342900" algn="l">
              <a:lnSpc>
                <a:spcPct val="90000"/>
              </a:lnSpc>
              <a:spcBef>
                <a:spcPts val="375"/>
              </a:spcBef>
              <a:spcAft>
                <a:spcPts val="0"/>
              </a:spcAft>
              <a:buClr>
                <a:schemeClr val="dk1"/>
              </a:buClr>
              <a:buSzPts val="1800"/>
              <a:buChar char="•"/>
            </a:lvl4pPr>
            <a:lvl5pPr marL="2286000" lvl="4" indent="-342900" algn="l">
              <a:lnSpc>
                <a:spcPct val="90000"/>
              </a:lnSpc>
              <a:spcBef>
                <a:spcPts val="375"/>
              </a:spcBef>
              <a:spcAft>
                <a:spcPts val="0"/>
              </a:spcAft>
              <a:buClr>
                <a:schemeClr val="dk1"/>
              </a:buClr>
              <a:buSzPts val="1800"/>
              <a:buChar char="•"/>
            </a:lvl5pPr>
            <a:lvl6pPr marL="2743200" lvl="5" indent="-342900" algn="l">
              <a:lnSpc>
                <a:spcPct val="90000"/>
              </a:lnSpc>
              <a:spcBef>
                <a:spcPts val="375"/>
              </a:spcBef>
              <a:spcAft>
                <a:spcPts val="0"/>
              </a:spcAft>
              <a:buClr>
                <a:schemeClr val="dk1"/>
              </a:buClr>
              <a:buSzPts val="1800"/>
              <a:buChar char="•"/>
            </a:lvl6pPr>
            <a:lvl7pPr marL="3200400" lvl="6" indent="-342900" algn="l">
              <a:lnSpc>
                <a:spcPct val="90000"/>
              </a:lnSpc>
              <a:spcBef>
                <a:spcPts val="375"/>
              </a:spcBef>
              <a:spcAft>
                <a:spcPts val="0"/>
              </a:spcAft>
              <a:buClr>
                <a:schemeClr val="dk1"/>
              </a:buClr>
              <a:buSzPts val="1800"/>
              <a:buChar char="•"/>
            </a:lvl7pPr>
            <a:lvl8pPr marL="3657600" lvl="7" indent="-342900" algn="l">
              <a:lnSpc>
                <a:spcPct val="90000"/>
              </a:lnSpc>
              <a:spcBef>
                <a:spcPts val="375"/>
              </a:spcBef>
              <a:spcAft>
                <a:spcPts val="0"/>
              </a:spcAft>
              <a:buClr>
                <a:schemeClr val="dk1"/>
              </a:buClr>
              <a:buSzPts val="1800"/>
              <a:buChar char="•"/>
            </a:lvl8pPr>
            <a:lvl9pPr marL="4114800" lvl="8" indent="-342900" algn="l">
              <a:lnSpc>
                <a:spcPct val="90000"/>
              </a:lnSpc>
              <a:spcBef>
                <a:spcPts val="375"/>
              </a:spcBef>
              <a:spcAft>
                <a:spcPts val="0"/>
              </a:spcAft>
              <a:buClr>
                <a:schemeClr val="dk1"/>
              </a:buClr>
              <a:buSzPts val="1800"/>
              <a:buChar char="•"/>
            </a:lvl9pPr>
          </a:lstStyle>
          <a:p>
            <a:endParaRPr/>
          </a:p>
        </p:txBody>
      </p:sp>
      <p:sp>
        <p:nvSpPr>
          <p:cNvPr id="1048808" name="Google Shape;52;p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400"/>
              <a:buNone/>
              <a:defRPr sz="140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1048809" name="Google Shape;53;p8"/>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Autofit/>
          </a:bodyPr>
          <a:lstStyle>
            <a:lvl1pPr marL="457200" lvl="0" indent="-342900" algn="l">
              <a:lnSpc>
                <a:spcPct val="90000"/>
              </a:lnSpc>
              <a:spcBef>
                <a:spcPts val="750"/>
              </a:spcBef>
              <a:spcAft>
                <a:spcPts val="0"/>
              </a:spcAft>
              <a:buClr>
                <a:schemeClr val="dk1"/>
              </a:buClr>
              <a:buSzPts val="1800"/>
              <a:buChar char="•"/>
            </a:lvl1pPr>
            <a:lvl2pPr marL="914400" lvl="1" indent="-342900" algn="l">
              <a:lnSpc>
                <a:spcPct val="90000"/>
              </a:lnSpc>
              <a:spcBef>
                <a:spcPts val="375"/>
              </a:spcBef>
              <a:spcAft>
                <a:spcPts val="0"/>
              </a:spcAft>
              <a:buClr>
                <a:schemeClr val="dk1"/>
              </a:buClr>
              <a:buSzPts val="1800"/>
              <a:buChar char="•"/>
            </a:lvl2pPr>
            <a:lvl3pPr marL="1371600" lvl="2" indent="-342900" algn="l">
              <a:lnSpc>
                <a:spcPct val="90000"/>
              </a:lnSpc>
              <a:spcBef>
                <a:spcPts val="375"/>
              </a:spcBef>
              <a:spcAft>
                <a:spcPts val="0"/>
              </a:spcAft>
              <a:buClr>
                <a:schemeClr val="dk1"/>
              </a:buClr>
              <a:buSzPts val="1800"/>
              <a:buChar char="•"/>
            </a:lvl3pPr>
            <a:lvl4pPr marL="1828800" lvl="3" indent="-342900" algn="l">
              <a:lnSpc>
                <a:spcPct val="90000"/>
              </a:lnSpc>
              <a:spcBef>
                <a:spcPts val="375"/>
              </a:spcBef>
              <a:spcAft>
                <a:spcPts val="0"/>
              </a:spcAft>
              <a:buClr>
                <a:schemeClr val="dk1"/>
              </a:buClr>
              <a:buSzPts val="1800"/>
              <a:buChar char="•"/>
            </a:lvl4pPr>
            <a:lvl5pPr marL="2286000" lvl="4" indent="-342900" algn="l">
              <a:lnSpc>
                <a:spcPct val="90000"/>
              </a:lnSpc>
              <a:spcBef>
                <a:spcPts val="375"/>
              </a:spcBef>
              <a:spcAft>
                <a:spcPts val="0"/>
              </a:spcAft>
              <a:buClr>
                <a:schemeClr val="dk1"/>
              </a:buClr>
              <a:buSzPts val="1800"/>
              <a:buChar char="•"/>
            </a:lvl5pPr>
            <a:lvl6pPr marL="2743200" lvl="5" indent="-342900" algn="l">
              <a:lnSpc>
                <a:spcPct val="90000"/>
              </a:lnSpc>
              <a:spcBef>
                <a:spcPts val="375"/>
              </a:spcBef>
              <a:spcAft>
                <a:spcPts val="0"/>
              </a:spcAft>
              <a:buClr>
                <a:schemeClr val="dk1"/>
              </a:buClr>
              <a:buSzPts val="1800"/>
              <a:buChar char="•"/>
            </a:lvl6pPr>
            <a:lvl7pPr marL="3200400" lvl="6" indent="-342900" algn="l">
              <a:lnSpc>
                <a:spcPct val="90000"/>
              </a:lnSpc>
              <a:spcBef>
                <a:spcPts val="375"/>
              </a:spcBef>
              <a:spcAft>
                <a:spcPts val="0"/>
              </a:spcAft>
              <a:buClr>
                <a:schemeClr val="dk1"/>
              </a:buClr>
              <a:buSzPts val="1800"/>
              <a:buChar char="•"/>
            </a:lvl7pPr>
            <a:lvl8pPr marL="3657600" lvl="7" indent="-342900" algn="l">
              <a:lnSpc>
                <a:spcPct val="90000"/>
              </a:lnSpc>
              <a:spcBef>
                <a:spcPts val="375"/>
              </a:spcBef>
              <a:spcAft>
                <a:spcPts val="0"/>
              </a:spcAft>
              <a:buClr>
                <a:schemeClr val="dk1"/>
              </a:buClr>
              <a:buSzPts val="1800"/>
              <a:buChar char="•"/>
            </a:lvl8pPr>
            <a:lvl9pPr marL="4114800" lvl="8" indent="-342900" algn="l">
              <a:lnSpc>
                <a:spcPct val="90000"/>
              </a:lnSpc>
              <a:spcBef>
                <a:spcPts val="375"/>
              </a:spcBef>
              <a:spcAft>
                <a:spcPts val="0"/>
              </a:spcAft>
              <a:buClr>
                <a:schemeClr val="dk1"/>
              </a:buClr>
              <a:buSzPts val="1800"/>
              <a:buChar char="•"/>
            </a:lvl9pPr>
          </a:lstStyle>
          <a:p>
            <a:endParaRPr/>
          </a:p>
        </p:txBody>
      </p:sp>
      <p:sp>
        <p:nvSpPr>
          <p:cNvPr id="1048810" name="Google Shape;54;p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811" name="Google Shape;55;p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812" name="Google Shape;56;p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‹N°›</a:t>
            </a:fld>
            <a:endParaRPr lang="tr-TR"/>
          </a:p>
        </p:txBody>
      </p:sp>
      <p:sp>
        <p:nvSpPr>
          <p:cNvPr id="1048813" name="Google Shape;57;p8"/>
          <p:cNvSpPr/>
          <p:nvPr/>
        </p:nvSpPr>
        <p:spPr>
          <a:xfrm>
            <a:off x="6852028" y="4780125"/>
            <a:ext cx="775136"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FFFF"/>
              </a:buClr>
              <a:buSzPts val="100"/>
              <a:buFont typeface="Century Gothic"/>
              <a:buNone/>
            </a:pPr>
            <a:r>
              <a:rPr lang="tr-TR" sz="100" b="0" i="0" u="none" strike="noStrike" cap="none">
                <a:solidFill>
                  <a:srgbClr val="FFFFFF"/>
                </a:solidFill>
                <a:latin typeface="Century Gothic"/>
                <a:ea typeface="Century Gothic"/>
                <a:cs typeface="Century Gothic"/>
                <a:sym typeface="Century Gothic"/>
              </a:rPr>
              <a:t>PPT模板下载：www.1ppt.com/moban/     行业PPT模板：www.1ppt.com/hangye/ </a:t>
            </a:r>
          </a:p>
          <a:p>
            <a:pPr marL="0" marR="0" lvl="0" indent="0" algn="l" rtl="0">
              <a:lnSpc>
                <a:spcPct val="100000"/>
              </a:lnSpc>
              <a:spcBef>
                <a:spcPts val="0"/>
              </a:spcBef>
              <a:spcAft>
                <a:spcPts val="0"/>
              </a:spcAft>
              <a:buClr>
                <a:srgbClr val="FFFFFF"/>
              </a:buClr>
              <a:buSzPts val="100"/>
              <a:buFont typeface="Century Gothic"/>
              <a:buNone/>
            </a:pPr>
            <a:r>
              <a:rPr lang="tr-TR" sz="100" b="0" i="0" u="none" strike="noStrike" cap="none">
                <a:solidFill>
                  <a:srgbClr val="FFFFFF"/>
                </a:solidFill>
                <a:latin typeface="Century Gothic"/>
                <a:ea typeface="Century Gothic"/>
                <a:cs typeface="Century Gothic"/>
                <a:sym typeface="Century Gothic"/>
              </a:rPr>
              <a:t>节日PPT模板：www.1ppt.com/jieri/           PPT素材下载：www.1ppt.com/sucai/</a:t>
            </a:r>
          </a:p>
          <a:p>
            <a:pPr marL="0" marR="0" lvl="0" indent="0" algn="l" rtl="0">
              <a:lnSpc>
                <a:spcPct val="100000"/>
              </a:lnSpc>
              <a:spcBef>
                <a:spcPts val="0"/>
              </a:spcBef>
              <a:spcAft>
                <a:spcPts val="0"/>
              </a:spcAft>
              <a:buClr>
                <a:srgbClr val="FFFFFF"/>
              </a:buClr>
              <a:buSzPts val="100"/>
              <a:buFont typeface="Century Gothic"/>
              <a:buNone/>
            </a:pPr>
            <a:r>
              <a:rPr lang="tr-TR" sz="100" b="0" i="0" u="none" strike="noStrike" cap="none">
                <a:solidFill>
                  <a:srgbClr val="FFFFFF"/>
                </a:solidFill>
                <a:latin typeface="Century Gothic"/>
                <a:ea typeface="Century Gothic"/>
                <a:cs typeface="Century Gothic"/>
                <a:sym typeface="Century Gothic"/>
              </a:rPr>
              <a:t>PPT背景图片：www.1ppt.com/beijing/      PPT图表下载：www.1ppt.com/tubiao/      </a:t>
            </a:r>
          </a:p>
          <a:p>
            <a:pPr marL="0" marR="0" lvl="0" indent="0" algn="l" rtl="0">
              <a:lnSpc>
                <a:spcPct val="100000"/>
              </a:lnSpc>
              <a:spcBef>
                <a:spcPts val="0"/>
              </a:spcBef>
              <a:spcAft>
                <a:spcPts val="0"/>
              </a:spcAft>
              <a:buClr>
                <a:srgbClr val="FFFFFF"/>
              </a:buClr>
              <a:buSzPts val="100"/>
              <a:buFont typeface="Century Gothic"/>
              <a:buNone/>
            </a:pPr>
            <a:r>
              <a:rPr lang="tr-TR" sz="100" b="0" i="0" u="none" strike="noStrike" cap="none">
                <a:solidFill>
                  <a:srgbClr val="FFFFFF"/>
                </a:solidFill>
                <a:latin typeface="Century Gothic"/>
                <a:ea typeface="Century Gothic"/>
                <a:cs typeface="Century Gothic"/>
                <a:sym typeface="Century Gothic"/>
              </a:rPr>
              <a:t>优秀PPT下载：www.1ppt.com/xiazai/        PPT教程： www.1ppt.com/powerpoint/      </a:t>
            </a:r>
          </a:p>
          <a:p>
            <a:pPr marL="0" marR="0" lvl="0" indent="0" algn="l" rtl="0">
              <a:lnSpc>
                <a:spcPct val="100000"/>
              </a:lnSpc>
              <a:spcBef>
                <a:spcPts val="0"/>
              </a:spcBef>
              <a:spcAft>
                <a:spcPts val="0"/>
              </a:spcAft>
              <a:buClr>
                <a:srgbClr val="FFFFFF"/>
              </a:buClr>
              <a:buSzPts val="100"/>
              <a:buFont typeface="Century Gothic"/>
              <a:buNone/>
            </a:pPr>
            <a:r>
              <a:rPr lang="tr-TR" sz="100" b="0" i="0" u="none" strike="noStrike" cap="none">
                <a:solidFill>
                  <a:srgbClr val="FFFFFF"/>
                </a:solidFill>
                <a:latin typeface="Century Gothic"/>
                <a:ea typeface="Century Gothic"/>
                <a:cs typeface="Century Gothic"/>
                <a:sym typeface="Century Gothic"/>
              </a:rPr>
              <a:t>Word教程： www.1ppt.com/word/              Excel教程：www.1ppt.com/excel/  </a:t>
            </a:r>
          </a:p>
          <a:p>
            <a:pPr marL="0" marR="0" lvl="0" indent="0" algn="l" rtl="0">
              <a:lnSpc>
                <a:spcPct val="100000"/>
              </a:lnSpc>
              <a:spcBef>
                <a:spcPts val="0"/>
              </a:spcBef>
              <a:spcAft>
                <a:spcPts val="0"/>
              </a:spcAft>
              <a:buClr>
                <a:srgbClr val="FFFFFF"/>
              </a:buClr>
              <a:buSzPts val="100"/>
              <a:buFont typeface="Century Gothic"/>
              <a:buNone/>
            </a:pPr>
            <a:r>
              <a:rPr lang="tr-TR" sz="100" b="0" i="0" u="none" strike="noStrike" cap="none">
                <a:solidFill>
                  <a:srgbClr val="FFFFFF"/>
                </a:solidFill>
                <a:latin typeface="Century Gothic"/>
                <a:ea typeface="Century Gothic"/>
                <a:cs typeface="Century Gothic"/>
                <a:sym typeface="Century Gothic"/>
              </a:rPr>
              <a:t>资料下载：www.1ppt.com/ziliao/                PPT课件下载：www.1ppt.com/kejian/ </a:t>
            </a:r>
          </a:p>
          <a:p>
            <a:pPr marL="0" marR="0" lvl="0" indent="0" algn="l" rtl="0">
              <a:lnSpc>
                <a:spcPct val="100000"/>
              </a:lnSpc>
              <a:spcBef>
                <a:spcPts val="0"/>
              </a:spcBef>
              <a:spcAft>
                <a:spcPts val="0"/>
              </a:spcAft>
              <a:buClr>
                <a:srgbClr val="FFFFFF"/>
              </a:buClr>
              <a:buSzPts val="100"/>
              <a:buFont typeface="Century Gothic"/>
              <a:buNone/>
            </a:pPr>
            <a:r>
              <a:rPr lang="tr-TR" sz="100" b="0" i="0" u="none" strike="noStrike" cap="none">
                <a:solidFill>
                  <a:srgbClr val="FFFFFF"/>
                </a:solidFill>
                <a:latin typeface="Century Gothic"/>
                <a:ea typeface="Century Gothic"/>
                <a:cs typeface="Century Gothic"/>
                <a:sym typeface="Century Gothic"/>
              </a:rPr>
              <a:t>范文下载：www.1ppt.com/fanwen/             试卷下载：www.1ppt.com/shiti/  </a:t>
            </a:r>
          </a:p>
          <a:p>
            <a:pPr marL="0" marR="0" lvl="0" indent="0" algn="l" rtl="0">
              <a:lnSpc>
                <a:spcPct val="100000"/>
              </a:lnSpc>
              <a:spcBef>
                <a:spcPts val="0"/>
              </a:spcBef>
              <a:spcAft>
                <a:spcPts val="0"/>
              </a:spcAft>
              <a:buClr>
                <a:srgbClr val="FFFFFF"/>
              </a:buClr>
              <a:buSzPts val="100"/>
              <a:buFont typeface="Century Gothic"/>
              <a:buNone/>
            </a:pPr>
            <a:r>
              <a:rPr lang="tr-TR" sz="100" b="0" i="0" u="none" strike="noStrike" cap="none">
                <a:solidFill>
                  <a:srgbClr val="FFFFFF"/>
                </a:solidFill>
                <a:latin typeface="Century Gothic"/>
                <a:ea typeface="Century Gothic"/>
                <a:cs typeface="Century Gothic"/>
                <a:sym typeface="Century Gothic"/>
              </a:rPr>
              <a:t>教案下载：www.1ppt.com/jiaoan/        </a:t>
            </a:r>
          </a:p>
          <a:p>
            <a:pPr marL="0" marR="0" lvl="0" indent="0" algn="l" rtl="0">
              <a:lnSpc>
                <a:spcPct val="100000"/>
              </a:lnSpc>
              <a:spcBef>
                <a:spcPts val="0"/>
              </a:spcBef>
              <a:spcAft>
                <a:spcPts val="0"/>
              </a:spcAft>
              <a:buClr>
                <a:srgbClr val="FFFFFF"/>
              </a:buClr>
              <a:buSzPts val="100"/>
              <a:buFont typeface="Century Gothic"/>
              <a:buNone/>
            </a:pPr>
            <a:r>
              <a:rPr lang="tr-TR" sz="100" b="0" i="0" u="none" strike="noStrike" cap="none">
                <a:solidFill>
                  <a:srgbClr val="FFFFFF"/>
                </a:solidFill>
                <a:latin typeface="Century Gothic"/>
                <a:ea typeface="Century Gothic"/>
                <a:cs typeface="Century Gothic"/>
                <a:sym typeface="Century Gothic"/>
              </a:rPr>
              <a:t>字体下载：www.1ppt.com/ziti/</a:t>
            </a:r>
          </a:p>
          <a:p>
            <a:pPr marL="0" marR="0" lvl="0" indent="0" algn="l" rtl="0">
              <a:lnSpc>
                <a:spcPct val="100000"/>
              </a:lnSpc>
              <a:spcBef>
                <a:spcPts val="0"/>
              </a:spcBef>
              <a:spcAft>
                <a:spcPts val="0"/>
              </a:spcAft>
              <a:buClr>
                <a:srgbClr val="FFFFFF"/>
              </a:buClr>
              <a:buSzPts val="100"/>
              <a:buFont typeface="Century Gothic"/>
              <a:buNone/>
            </a:pPr>
            <a:r>
              <a:rPr lang="tr-TR" sz="100" b="0" i="0" u="none" strike="noStrike" cap="none">
                <a:solidFill>
                  <a:srgbClr val="FFFFFF"/>
                </a:solidFill>
                <a:latin typeface="Century Gothic"/>
                <a:ea typeface="Century Gothic"/>
                <a:cs typeface="Century Gothic"/>
                <a:sym typeface="Century Gothic"/>
              </a:rPr>
              <a:t> </a:t>
            </a:r>
            <a:endParaRPr sz="100" b="0" i="0" u="none" strike="noStrike" cap="none">
              <a:solidFill>
                <a:srgbClr val="FFFFFF"/>
              </a:solidFill>
              <a:latin typeface="Century Gothic"/>
              <a:ea typeface="Century Gothic"/>
              <a:cs typeface="Century Gothic"/>
              <a:sym typeface="Century Gothic"/>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lide 6" type="titleOnly">
  <p:cSld name="TITLE_ONLY">
    <p:spTree>
      <p:nvGrpSpPr>
        <p:cNvPr id="1" name="Shape 58"/>
        <p:cNvGrpSpPr/>
        <p:nvPr/>
      </p:nvGrpSpPr>
      <p:grpSpPr>
        <a:xfrm>
          <a:off x="0" y="0"/>
          <a:ext cx="0" cy="0"/>
          <a:chOff x="0" y="0"/>
          <a:chExt cx="0" cy="0"/>
        </a:xfrm>
      </p:grpSpPr>
      <p:sp>
        <p:nvSpPr>
          <p:cNvPr id="1048846" name="Google Shape;59;p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847" name="Google Shape;60;p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848" name="Google Shape;61;p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849" name="Google Shape;62;p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‹N°›</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lide 8" type="objTx">
  <p:cSld name="OBJECT_WITH_CAPTION_TEXT">
    <p:spTree>
      <p:nvGrpSpPr>
        <p:cNvPr id="1" name="Shape 63"/>
        <p:cNvGrpSpPr/>
        <p:nvPr/>
      </p:nvGrpSpPr>
      <p:grpSpPr>
        <a:xfrm>
          <a:off x="0" y="0"/>
          <a:ext cx="0" cy="0"/>
          <a:chOff x="0" y="0"/>
          <a:chExt cx="0" cy="0"/>
        </a:xfrm>
      </p:grpSpPr>
      <p:sp>
        <p:nvSpPr>
          <p:cNvPr id="1048850" name="Google Shape;64;p10"/>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2400"/>
              <a:buFont typeface="Century Gothic"/>
              <a:buNone/>
              <a:defRPr sz="24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851" name="Google Shape;65;p10"/>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1048852" name="Google Shape;66;p10"/>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100"/>
              <a:buNone/>
              <a:defRPr sz="110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800"/>
              <a:buNone/>
              <a:defRPr sz="800"/>
            </a:lvl4pPr>
            <a:lvl5pPr marL="2286000" lvl="4" indent="-228600" algn="l">
              <a:lnSpc>
                <a:spcPct val="90000"/>
              </a:lnSpc>
              <a:spcBef>
                <a:spcPts val="375"/>
              </a:spcBef>
              <a:spcAft>
                <a:spcPts val="0"/>
              </a:spcAft>
              <a:buClr>
                <a:schemeClr val="dk1"/>
              </a:buClr>
              <a:buSzPts val="800"/>
              <a:buNone/>
              <a:defRPr sz="800"/>
            </a:lvl5pPr>
            <a:lvl6pPr marL="2743200" lvl="5" indent="-228600" algn="l">
              <a:lnSpc>
                <a:spcPct val="90000"/>
              </a:lnSpc>
              <a:spcBef>
                <a:spcPts val="375"/>
              </a:spcBef>
              <a:spcAft>
                <a:spcPts val="0"/>
              </a:spcAft>
              <a:buClr>
                <a:schemeClr val="dk1"/>
              </a:buClr>
              <a:buSzPts val="800"/>
              <a:buNone/>
              <a:defRPr sz="800"/>
            </a:lvl6pPr>
            <a:lvl7pPr marL="3200400" lvl="6" indent="-228600" algn="l">
              <a:lnSpc>
                <a:spcPct val="90000"/>
              </a:lnSpc>
              <a:spcBef>
                <a:spcPts val="375"/>
              </a:spcBef>
              <a:spcAft>
                <a:spcPts val="0"/>
              </a:spcAft>
              <a:buClr>
                <a:schemeClr val="dk1"/>
              </a:buClr>
              <a:buSzPts val="800"/>
              <a:buNone/>
              <a:defRPr sz="800"/>
            </a:lvl7pPr>
            <a:lvl8pPr marL="3657600" lvl="7" indent="-228600" algn="l">
              <a:lnSpc>
                <a:spcPct val="90000"/>
              </a:lnSpc>
              <a:spcBef>
                <a:spcPts val="375"/>
              </a:spcBef>
              <a:spcAft>
                <a:spcPts val="0"/>
              </a:spcAft>
              <a:buClr>
                <a:schemeClr val="dk1"/>
              </a:buClr>
              <a:buSzPts val="800"/>
              <a:buNone/>
              <a:defRPr sz="800"/>
            </a:lvl8pPr>
            <a:lvl9pPr marL="4114800" lvl="8" indent="-228600" algn="l">
              <a:lnSpc>
                <a:spcPct val="90000"/>
              </a:lnSpc>
              <a:spcBef>
                <a:spcPts val="375"/>
              </a:spcBef>
              <a:spcAft>
                <a:spcPts val="0"/>
              </a:spcAft>
              <a:buClr>
                <a:schemeClr val="dk1"/>
              </a:buClr>
              <a:buSzPts val="800"/>
              <a:buNone/>
              <a:defRPr sz="800"/>
            </a:lvl9pPr>
          </a:lstStyle>
          <a:p>
            <a:endParaRPr/>
          </a:p>
        </p:txBody>
      </p:sp>
      <p:sp>
        <p:nvSpPr>
          <p:cNvPr id="1048853" name="Google Shape;67;p1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854" name="Google Shape;68;p1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855" name="Google Shape;69;p1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‹N°›</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lide 9" type="picTx">
  <p:cSld name="PICTURE_WITH_CAPTION_TEXT">
    <p:spTree>
      <p:nvGrpSpPr>
        <p:cNvPr id="1" name="Shape 70"/>
        <p:cNvGrpSpPr/>
        <p:nvPr/>
      </p:nvGrpSpPr>
      <p:grpSpPr>
        <a:xfrm>
          <a:off x="0" y="0"/>
          <a:ext cx="0" cy="0"/>
          <a:chOff x="0" y="0"/>
          <a:chExt cx="0" cy="0"/>
        </a:xfrm>
      </p:grpSpPr>
      <p:sp>
        <p:nvSpPr>
          <p:cNvPr id="1048819" name="Google Shape;71;p11"/>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2400"/>
              <a:buFont typeface="Century Gothic"/>
              <a:buNone/>
              <a:defRPr sz="24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820" name="Google Shape;72;p11"/>
          <p:cNvSpPr>
            <a:spLocks noGrp="1"/>
          </p:cNvSpPr>
          <p:nvPr>
            <p:ph type="pic" idx="2"/>
          </p:nvPr>
        </p:nvSpPr>
        <p:spPr>
          <a:xfrm>
            <a:off x="3887391" y="740569"/>
            <a:ext cx="4629150" cy="3655219"/>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750"/>
              </a:spcBef>
              <a:spcAft>
                <a:spcPts val="0"/>
              </a:spcAft>
              <a:buClr>
                <a:schemeClr val="dk1"/>
              </a:buClr>
              <a:buSzPts val="2400"/>
              <a:buFont typeface="Arial"/>
              <a:buNone/>
              <a:defRPr sz="2400" b="0" i="0" u="none" strike="noStrike" cap="none">
                <a:solidFill>
                  <a:schemeClr val="dk1"/>
                </a:solidFill>
                <a:latin typeface="Century Gothic"/>
                <a:ea typeface="Century Gothic"/>
                <a:cs typeface="Century Gothic"/>
                <a:sym typeface="Century Gothic"/>
              </a:defRPr>
            </a:lvl1pPr>
            <a:lvl2pPr marR="0" lvl="1" algn="l" rtl="0">
              <a:lnSpc>
                <a:spcPct val="90000"/>
              </a:lnSpc>
              <a:spcBef>
                <a:spcPts val="375"/>
              </a:spcBef>
              <a:spcAft>
                <a:spcPts val="0"/>
              </a:spcAft>
              <a:buClr>
                <a:schemeClr val="dk1"/>
              </a:buClr>
              <a:buSzPts val="2100"/>
              <a:buFont typeface="Arial"/>
              <a:buNone/>
              <a:defRPr sz="2100" b="0" i="0" u="none" strike="noStrike" cap="none">
                <a:solidFill>
                  <a:schemeClr val="dk1"/>
                </a:solidFill>
                <a:latin typeface="Century Gothic"/>
                <a:ea typeface="Century Gothic"/>
                <a:cs typeface="Century Gothic"/>
                <a:sym typeface="Century Gothic"/>
              </a:defRPr>
            </a:lvl2pPr>
            <a:lvl3pPr marR="0" lvl="2" algn="l" rtl="0">
              <a:lnSpc>
                <a:spcPct val="90000"/>
              </a:lnSpc>
              <a:spcBef>
                <a:spcPts val="375"/>
              </a:spcBef>
              <a:spcAft>
                <a:spcPts val="0"/>
              </a:spcAft>
              <a:buClr>
                <a:schemeClr val="dk1"/>
              </a:buClr>
              <a:buSzPts val="1800"/>
              <a:buFont typeface="Arial"/>
              <a:buNone/>
              <a:defRPr sz="1800" b="0" i="0" u="none" strike="noStrike" cap="none">
                <a:solidFill>
                  <a:schemeClr val="dk1"/>
                </a:solidFill>
                <a:latin typeface="Century Gothic"/>
                <a:ea typeface="Century Gothic"/>
                <a:cs typeface="Century Gothic"/>
                <a:sym typeface="Century Gothic"/>
              </a:defRPr>
            </a:lvl3pPr>
            <a:lvl4pPr marR="0" lvl="3"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entury Gothic"/>
                <a:ea typeface="Century Gothic"/>
                <a:cs typeface="Century Gothic"/>
                <a:sym typeface="Century Gothic"/>
              </a:defRPr>
            </a:lvl4pPr>
            <a:lvl5pPr marR="0" lvl="4"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entury Gothic"/>
                <a:ea typeface="Century Gothic"/>
                <a:cs typeface="Century Gothic"/>
                <a:sym typeface="Century Gothic"/>
              </a:defRPr>
            </a:lvl5pPr>
            <a:lvl6pPr marR="0" lvl="5"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entury Gothic"/>
                <a:ea typeface="Century Gothic"/>
                <a:cs typeface="Century Gothic"/>
                <a:sym typeface="Century Gothic"/>
              </a:defRPr>
            </a:lvl6pPr>
            <a:lvl7pPr marR="0" lvl="6"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entury Gothic"/>
                <a:ea typeface="Century Gothic"/>
                <a:cs typeface="Century Gothic"/>
                <a:sym typeface="Century Gothic"/>
              </a:defRPr>
            </a:lvl7pPr>
            <a:lvl8pPr marR="0" lvl="7"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entury Gothic"/>
                <a:ea typeface="Century Gothic"/>
                <a:cs typeface="Century Gothic"/>
                <a:sym typeface="Century Gothic"/>
              </a:defRPr>
            </a:lvl8pPr>
            <a:lvl9pPr marR="0" lvl="8"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entury Gothic"/>
                <a:ea typeface="Century Gothic"/>
                <a:cs typeface="Century Gothic"/>
                <a:sym typeface="Century Gothic"/>
              </a:defRPr>
            </a:lvl9pPr>
          </a:lstStyle>
          <a:p>
            <a:endParaRPr/>
          </a:p>
        </p:txBody>
      </p:sp>
      <p:sp>
        <p:nvSpPr>
          <p:cNvPr id="1048821" name="Google Shape;73;p11"/>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100"/>
              <a:buNone/>
              <a:defRPr sz="110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800"/>
              <a:buNone/>
              <a:defRPr sz="800"/>
            </a:lvl4pPr>
            <a:lvl5pPr marL="2286000" lvl="4" indent="-228600" algn="l">
              <a:lnSpc>
                <a:spcPct val="90000"/>
              </a:lnSpc>
              <a:spcBef>
                <a:spcPts val="375"/>
              </a:spcBef>
              <a:spcAft>
                <a:spcPts val="0"/>
              </a:spcAft>
              <a:buClr>
                <a:schemeClr val="dk1"/>
              </a:buClr>
              <a:buSzPts val="800"/>
              <a:buNone/>
              <a:defRPr sz="800"/>
            </a:lvl5pPr>
            <a:lvl6pPr marL="2743200" lvl="5" indent="-228600" algn="l">
              <a:lnSpc>
                <a:spcPct val="90000"/>
              </a:lnSpc>
              <a:spcBef>
                <a:spcPts val="375"/>
              </a:spcBef>
              <a:spcAft>
                <a:spcPts val="0"/>
              </a:spcAft>
              <a:buClr>
                <a:schemeClr val="dk1"/>
              </a:buClr>
              <a:buSzPts val="800"/>
              <a:buNone/>
              <a:defRPr sz="800"/>
            </a:lvl6pPr>
            <a:lvl7pPr marL="3200400" lvl="6" indent="-228600" algn="l">
              <a:lnSpc>
                <a:spcPct val="90000"/>
              </a:lnSpc>
              <a:spcBef>
                <a:spcPts val="375"/>
              </a:spcBef>
              <a:spcAft>
                <a:spcPts val="0"/>
              </a:spcAft>
              <a:buClr>
                <a:schemeClr val="dk1"/>
              </a:buClr>
              <a:buSzPts val="800"/>
              <a:buNone/>
              <a:defRPr sz="800"/>
            </a:lvl7pPr>
            <a:lvl8pPr marL="3657600" lvl="7" indent="-228600" algn="l">
              <a:lnSpc>
                <a:spcPct val="90000"/>
              </a:lnSpc>
              <a:spcBef>
                <a:spcPts val="375"/>
              </a:spcBef>
              <a:spcAft>
                <a:spcPts val="0"/>
              </a:spcAft>
              <a:buClr>
                <a:schemeClr val="dk1"/>
              </a:buClr>
              <a:buSzPts val="800"/>
              <a:buNone/>
              <a:defRPr sz="800"/>
            </a:lvl8pPr>
            <a:lvl9pPr marL="4114800" lvl="8" indent="-228600" algn="l">
              <a:lnSpc>
                <a:spcPct val="90000"/>
              </a:lnSpc>
              <a:spcBef>
                <a:spcPts val="375"/>
              </a:spcBef>
              <a:spcAft>
                <a:spcPts val="0"/>
              </a:spcAft>
              <a:buClr>
                <a:schemeClr val="dk1"/>
              </a:buClr>
              <a:buSzPts val="800"/>
              <a:buNone/>
              <a:defRPr sz="800"/>
            </a:lvl9pPr>
          </a:lstStyle>
          <a:p>
            <a:endParaRPr/>
          </a:p>
        </p:txBody>
      </p:sp>
      <p:sp>
        <p:nvSpPr>
          <p:cNvPr id="1048822" name="Google Shape;74;p1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823" name="Google Shape;75;p1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824" name="Google Shape;76;p1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‹N°›</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lide 10" type="vertTx">
  <p:cSld name="VERTICAL_TEXT">
    <p:spTree>
      <p:nvGrpSpPr>
        <p:cNvPr id="1" name="Shape 77"/>
        <p:cNvGrpSpPr/>
        <p:nvPr/>
      </p:nvGrpSpPr>
      <p:grpSpPr>
        <a:xfrm>
          <a:off x="0" y="0"/>
          <a:ext cx="0" cy="0"/>
          <a:chOff x="0" y="0"/>
          <a:chExt cx="0" cy="0"/>
        </a:xfrm>
      </p:grpSpPr>
      <p:sp>
        <p:nvSpPr>
          <p:cNvPr id="1048825" name="Google Shape;78;p12"/>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826" name="Google Shape;79;p12"/>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Autofit/>
          </a:bodyPr>
          <a:lstStyle>
            <a:lvl1pPr marL="457200" lvl="0" indent="-342900" algn="l">
              <a:lnSpc>
                <a:spcPct val="90000"/>
              </a:lnSpc>
              <a:spcBef>
                <a:spcPts val="750"/>
              </a:spcBef>
              <a:spcAft>
                <a:spcPts val="0"/>
              </a:spcAft>
              <a:buClr>
                <a:schemeClr val="dk1"/>
              </a:buClr>
              <a:buSzPts val="1800"/>
              <a:buChar char="•"/>
            </a:lvl1pPr>
            <a:lvl2pPr marL="914400" lvl="1" indent="-342900" algn="l">
              <a:lnSpc>
                <a:spcPct val="90000"/>
              </a:lnSpc>
              <a:spcBef>
                <a:spcPts val="375"/>
              </a:spcBef>
              <a:spcAft>
                <a:spcPts val="0"/>
              </a:spcAft>
              <a:buClr>
                <a:schemeClr val="dk1"/>
              </a:buClr>
              <a:buSzPts val="1800"/>
              <a:buChar char="•"/>
            </a:lvl2pPr>
            <a:lvl3pPr marL="1371600" lvl="2" indent="-342900" algn="l">
              <a:lnSpc>
                <a:spcPct val="90000"/>
              </a:lnSpc>
              <a:spcBef>
                <a:spcPts val="375"/>
              </a:spcBef>
              <a:spcAft>
                <a:spcPts val="0"/>
              </a:spcAft>
              <a:buClr>
                <a:schemeClr val="dk1"/>
              </a:buClr>
              <a:buSzPts val="1800"/>
              <a:buChar char="•"/>
            </a:lvl3pPr>
            <a:lvl4pPr marL="1828800" lvl="3" indent="-342900" algn="l">
              <a:lnSpc>
                <a:spcPct val="90000"/>
              </a:lnSpc>
              <a:spcBef>
                <a:spcPts val="375"/>
              </a:spcBef>
              <a:spcAft>
                <a:spcPts val="0"/>
              </a:spcAft>
              <a:buClr>
                <a:schemeClr val="dk1"/>
              </a:buClr>
              <a:buSzPts val="1800"/>
              <a:buChar char="•"/>
            </a:lvl4pPr>
            <a:lvl5pPr marL="2286000" lvl="4" indent="-342900" algn="l">
              <a:lnSpc>
                <a:spcPct val="90000"/>
              </a:lnSpc>
              <a:spcBef>
                <a:spcPts val="375"/>
              </a:spcBef>
              <a:spcAft>
                <a:spcPts val="0"/>
              </a:spcAft>
              <a:buClr>
                <a:schemeClr val="dk1"/>
              </a:buClr>
              <a:buSzPts val="1800"/>
              <a:buChar char="•"/>
            </a:lvl5pPr>
            <a:lvl6pPr marL="2743200" lvl="5" indent="-342900" algn="l">
              <a:lnSpc>
                <a:spcPct val="90000"/>
              </a:lnSpc>
              <a:spcBef>
                <a:spcPts val="375"/>
              </a:spcBef>
              <a:spcAft>
                <a:spcPts val="0"/>
              </a:spcAft>
              <a:buClr>
                <a:schemeClr val="dk1"/>
              </a:buClr>
              <a:buSzPts val="1800"/>
              <a:buChar char="•"/>
            </a:lvl6pPr>
            <a:lvl7pPr marL="3200400" lvl="6" indent="-342900" algn="l">
              <a:lnSpc>
                <a:spcPct val="90000"/>
              </a:lnSpc>
              <a:spcBef>
                <a:spcPts val="375"/>
              </a:spcBef>
              <a:spcAft>
                <a:spcPts val="0"/>
              </a:spcAft>
              <a:buClr>
                <a:schemeClr val="dk1"/>
              </a:buClr>
              <a:buSzPts val="1800"/>
              <a:buChar char="•"/>
            </a:lvl7pPr>
            <a:lvl8pPr marL="3657600" lvl="7" indent="-342900" algn="l">
              <a:lnSpc>
                <a:spcPct val="90000"/>
              </a:lnSpc>
              <a:spcBef>
                <a:spcPts val="375"/>
              </a:spcBef>
              <a:spcAft>
                <a:spcPts val="0"/>
              </a:spcAft>
              <a:buClr>
                <a:schemeClr val="dk1"/>
              </a:buClr>
              <a:buSzPts val="1800"/>
              <a:buChar char="•"/>
            </a:lvl8pPr>
            <a:lvl9pPr marL="4114800" lvl="8" indent="-342900" algn="l">
              <a:lnSpc>
                <a:spcPct val="90000"/>
              </a:lnSpc>
              <a:spcBef>
                <a:spcPts val="375"/>
              </a:spcBef>
              <a:spcAft>
                <a:spcPts val="0"/>
              </a:spcAft>
              <a:buClr>
                <a:schemeClr val="dk1"/>
              </a:buClr>
              <a:buSzPts val="1800"/>
              <a:buChar char="•"/>
            </a:lvl9pPr>
          </a:lstStyle>
          <a:p>
            <a:endParaRPr/>
          </a:p>
        </p:txBody>
      </p:sp>
      <p:sp>
        <p:nvSpPr>
          <p:cNvPr id="1048827" name="Google Shape;80;p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828" name="Google Shape;81;p1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829" name="Google Shape;82;p1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‹N°›</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lide 11" type="vertTitleAndTx">
  <p:cSld name="VERTICAL_TITLE_AND_VERTICAL_TEXT">
    <p:spTree>
      <p:nvGrpSpPr>
        <p:cNvPr id="1" name="Shape 83"/>
        <p:cNvGrpSpPr/>
        <p:nvPr/>
      </p:nvGrpSpPr>
      <p:grpSpPr>
        <a:xfrm>
          <a:off x="0" y="0"/>
          <a:ext cx="0" cy="0"/>
          <a:chOff x="0" y="0"/>
          <a:chExt cx="0" cy="0"/>
        </a:xfrm>
      </p:grpSpPr>
      <p:sp>
        <p:nvSpPr>
          <p:cNvPr id="1048814" name="Google Shape;84;p13"/>
          <p:cNvSpPr txBox="1">
            <a:spLocks noGrp="1"/>
          </p:cNvSpPr>
          <p:nvPr>
            <p:ph type="title"/>
          </p:nvPr>
        </p:nvSpPr>
        <p:spPr>
          <a:xfrm rot="5400000">
            <a:off x="5350073" y="1467446"/>
            <a:ext cx="4358879" cy="1971675"/>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815" name="Google Shape;85;p13"/>
          <p:cNvSpPr txBox="1">
            <a:spLocks noGrp="1"/>
          </p:cNvSpPr>
          <p:nvPr>
            <p:ph type="body" idx="1"/>
          </p:nvPr>
        </p:nvSpPr>
        <p:spPr>
          <a:xfrm rot="5400000">
            <a:off x="1349573" y="-447079"/>
            <a:ext cx="4358879" cy="5800725"/>
          </a:xfrm>
          <a:prstGeom prst="rect">
            <a:avLst/>
          </a:prstGeom>
          <a:noFill/>
          <a:ln>
            <a:noFill/>
          </a:ln>
        </p:spPr>
        <p:txBody>
          <a:bodyPr spcFirstLastPara="1" wrap="square" lIns="68575" tIns="34275" rIns="68575" bIns="34275" anchor="t" anchorCtr="0">
            <a:noAutofit/>
          </a:bodyPr>
          <a:lstStyle>
            <a:lvl1pPr marL="457200" lvl="0" indent="-342900" algn="l">
              <a:lnSpc>
                <a:spcPct val="90000"/>
              </a:lnSpc>
              <a:spcBef>
                <a:spcPts val="750"/>
              </a:spcBef>
              <a:spcAft>
                <a:spcPts val="0"/>
              </a:spcAft>
              <a:buClr>
                <a:schemeClr val="dk1"/>
              </a:buClr>
              <a:buSzPts val="1800"/>
              <a:buChar char="•"/>
            </a:lvl1pPr>
            <a:lvl2pPr marL="914400" lvl="1" indent="-342900" algn="l">
              <a:lnSpc>
                <a:spcPct val="90000"/>
              </a:lnSpc>
              <a:spcBef>
                <a:spcPts val="375"/>
              </a:spcBef>
              <a:spcAft>
                <a:spcPts val="0"/>
              </a:spcAft>
              <a:buClr>
                <a:schemeClr val="dk1"/>
              </a:buClr>
              <a:buSzPts val="1800"/>
              <a:buChar char="•"/>
            </a:lvl2pPr>
            <a:lvl3pPr marL="1371600" lvl="2" indent="-342900" algn="l">
              <a:lnSpc>
                <a:spcPct val="90000"/>
              </a:lnSpc>
              <a:spcBef>
                <a:spcPts val="375"/>
              </a:spcBef>
              <a:spcAft>
                <a:spcPts val="0"/>
              </a:spcAft>
              <a:buClr>
                <a:schemeClr val="dk1"/>
              </a:buClr>
              <a:buSzPts val="1800"/>
              <a:buChar char="•"/>
            </a:lvl3pPr>
            <a:lvl4pPr marL="1828800" lvl="3" indent="-342900" algn="l">
              <a:lnSpc>
                <a:spcPct val="90000"/>
              </a:lnSpc>
              <a:spcBef>
                <a:spcPts val="375"/>
              </a:spcBef>
              <a:spcAft>
                <a:spcPts val="0"/>
              </a:spcAft>
              <a:buClr>
                <a:schemeClr val="dk1"/>
              </a:buClr>
              <a:buSzPts val="1800"/>
              <a:buChar char="•"/>
            </a:lvl4pPr>
            <a:lvl5pPr marL="2286000" lvl="4" indent="-342900" algn="l">
              <a:lnSpc>
                <a:spcPct val="90000"/>
              </a:lnSpc>
              <a:spcBef>
                <a:spcPts val="375"/>
              </a:spcBef>
              <a:spcAft>
                <a:spcPts val="0"/>
              </a:spcAft>
              <a:buClr>
                <a:schemeClr val="dk1"/>
              </a:buClr>
              <a:buSzPts val="1800"/>
              <a:buChar char="•"/>
            </a:lvl5pPr>
            <a:lvl6pPr marL="2743200" lvl="5" indent="-342900" algn="l">
              <a:lnSpc>
                <a:spcPct val="90000"/>
              </a:lnSpc>
              <a:spcBef>
                <a:spcPts val="375"/>
              </a:spcBef>
              <a:spcAft>
                <a:spcPts val="0"/>
              </a:spcAft>
              <a:buClr>
                <a:schemeClr val="dk1"/>
              </a:buClr>
              <a:buSzPts val="1800"/>
              <a:buChar char="•"/>
            </a:lvl6pPr>
            <a:lvl7pPr marL="3200400" lvl="6" indent="-342900" algn="l">
              <a:lnSpc>
                <a:spcPct val="90000"/>
              </a:lnSpc>
              <a:spcBef>
                <a:spcPts val="375"/>
              </a:spcBef>
              <a:spcAft>
                <a:spcPts val="0"/>
              </a:spcAft>
              <a:buClr>
                <a:schemeClr val="dk1"/>
              </a:buClr>
              <a:buSzPts val="1800"/>
              <a:buChar char="•"/>
            </a:lvl7pPr>
            <a:lvl8pPr marL="3657600" lvl="7" indent="-342900" algn="l">
              <a:lnSpc>
                <a:spcPct val="90000"/>
              </a:lnSpc>
              <a:spcBef>
                <a:spcPts val="375"/>
              </a:spcBef>
              <a:spcAft>
                <a:spcPts val="0"/>
              </a:spcAft>
              <a:buClr>
                <a:schemeClr val="dk1"/>
              </a:buClr>
              <a:buSzPts val="1800"/>
              <a:buChar char="•"/>
            </a:lvl8pPr>
            <a:lvl9pPr marL="4114800" lvl="8" indent="-342900" algn="l">
              <a:lnSpc>
                <a:spcPct val="90000"/>
              </a:lnSpc>
              <a:spcBef>
                <a:spcPts val="375"/>
              </a:spcBef>
              <a:spcAft>
                <a:spcPts val="0"/>
              </a:spcAft>
              <a:buClr>
                <a:schemeClr val="dk1"/>
              </a:buClr>
              <a:buSzPts val="1800"/>
              <a:buChar char="•"/>
            </a:lvl9pPr>
          </a:lstStyle>
          <a:p>
            <a:endParaRPr/>
          </a:p>
        </p:txBody>
      </p:sp>
      <p:sp>
        <p:nvSpPr>
          <p:cNvPr id="1048816" name="Google Shape;86;p1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817" name="Google Shape;87;p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818" name="Google Shape;88;p1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‹N°›</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48576" name="Google Shape;10;p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3300"/>
              <a:buFont typeface="Century Gothic"/>
              <a:buNone/>
              <a:defRPr sz="3300" b="0"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48577" name="Google Shape;11;p1"/>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entury Gothic"/>
                <a:ea typeface="Century Gothic"/>
                <a:cs typeface="Century Gothic"/>
                <a:sym typeface="Century Gothic"/>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entury Gothic"/>
                <a:ea typeface="Century Gothic"/>
                <a:cs typeface="Century Gothic"/>
                <a:sym typeface="Century Gothic"/>
              </a:defRPr>
            </a:lvl3pPr>
            <a:lvl4pPr marL="1828800" marR="0" lvl="3"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4pPr>
            <a:lvl5pPr marL="2286000" marR="0" lvl="4"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5pPr>
            <a:lvl6pPr marL="2743200" marR="0" lvl="5"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6pPr>
            <a:lvl7pPr marL="3200400" marR="0" lvl="6"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7pPr>
            <a:lvl8pPr marL="3657600" marR="0" lvl="7"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8pPr>
            <a:lvl9pPr marL="4114800" marR="0" lvl="8"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9pPr>
          </a:lstStyle>
          <a:p>
            <a:endParaRPr/>
          </a:p>
        </p:txBody>
      </p:sp>
      <p:sp>
        <p:nvSpPr>
          <p:cNvPr id="1048578" name="Google Shape;12;p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400"/>
              <a:buNone/>
              <a:defRPr sz="900" b="0" i="0" u="none" strike="noStrike" cap="none">
                <a:solidFill>
                  <a:srgbClr val="888888"/>
                </a:solidFill>
                <a:latin typeface="Century Gothic"/>
                <a:ea typeface="Century Gothic"/>
                <a:cs typeface="Century Gothic"/>
                <a:sym typeface="Century Gothic"/>
              </a:defRPr>
            </a:lvl1pPr>
            <a:lvl2pPr marR="0" lvl="1"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9pPr>
          </a:lstStyle>
          <a:p>
            <a:endParaRPr/>
          </a:p>
        </p:txBody>
      </p:sp>
      <p:sp>
        <p:nvSpPr>
          <p:cNvPr id="1048579" name="Google Shape;13;p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400"/>
              <a:buNone/>
              <a:defRPr sz="900" b="0" i="0" u="none" strike="noStrike" cap="none">
                <a:solidFill>
                  <a:srgbClr val="888888"/>
                </a:solidFill>
                <a:latin typeface="Century Gothic"/>
                <a:ea typeface="Century Gothic"/>
                <a:cs typeface="Century Gothic"/>
                <a:sym typeface="Century Gothic"/>
              </a:defRPr>
            </a:lvl1pPr>
            <a:lvl2pPr marR="0" lvl="1"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400" b="0" i="0" u="none" strike="noStrike" cap="none">
                <a:solidFill>
                  <a:schemeClr val="dk1"/>
                </a:solidFill>
                <a:latin typeface="Century Gothic"/>
                <a:ea typeface="Century Gothic"/>
                <a:cs typeface="Century Gothic"/>
                <a:sym typeface="Century Gothic"/>
              </a:defRPr>
            </a:lvl9pPr>
          </a:lstStyle>
          <a:p>
            <a:endParaRPr/>
          </a:p>
        </p:txBody>
      </p:sp>
      <p:sp>
        <p:nvSpPr>
          <p:cNvPr id="1048580" name="Google Shape;14;p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Century Gothic"/>
                <a:ea typeface="Century Gothic"/>
                <a:cs typeface="Century Gothic"/>
                <a:sym typeface="Century Gothic"/>
              </a:defRPr>
            </a:lvl1pPr>
            <a:lvl2pPr marL="0" marR="0" lvl="1" indent="0" algn="r" rtl="0">
              <a:spcBef>
                <a:spcPts val="0"/>
              </a:spcBef>
              <a:buNone/>
              <a:defRPr sz="900" b="0" i="0" u="none" strike="noStrike" cap="none">
                <a:solidFill>
                  <a:srgbClr val="888888"/>
                </a:solidFill>
                <a:latin typeface="Century Gothic"/>
                <a:ea typeface="Century Gothic"/>
                <a:cs typeface="Century Gothic"/>
                <a:sym typeface="Century Gothic"/>
              </a:defRPr>
            </a:lvl2pPr>
            <a:lvl3pPr marL="0" marR="0" lvl="2" indent="0" algn="r" rtl="0">
              <a:spcBef>
                <a:spcPts val="0"/>
              </a:spcBef>
              <a:buNone/>
              <a:defRPr sz="900" b="0" i="0" u="none" strike="noStrike" cap="none">
                <a:solidFill>
                  <a:srgbClr val="888888"/>
                </a:solidFill>
                <a:latin typeface="Century Gothic"/>
                <a:ea typeface="Century Gothic"/>
                <a:cs typeface="Century Gothic"/>
                <a:sym typeface="Century Gothic"/>
              </a:defRPr>
            </a:lvl3pPr>
            <a:lvl4pPr marL="0" marR="0" lvl="3" indent="0" algn="r" rtl="0">
              <a:spcBef>
                <a:spcPts val="0"/>
              </a:spcBef>
              <a:buNone/>
              <a:defRPr sz="900" b="0" i="0" u="none" strike="noStrike" cap="none">
                <a:solidFill>
                  <a:srgbClr val="888888"/>
                </a:solidFill>
                <a:latin typeface="Century Gothic"/>
                <a:ea typeface="Century Gothic"/>
                <a:cs typeface="Century Gothic"/>
                <a:sym typeface="Century Gothic"/>
              </a:defRPr>
            </a:lvl4pPr>
            <a:lvl5pPr marL="0" marR="0" lvl="4" indent="0" algn="r" rtl="0">
              <a:spcBef>
                <a:spcPts val="0"/>
              </a:spcBef>
              <a:buNone/>
              <a:defRPr sz="900" b="0" i="0" u="none" strike="noStrike" cap="none">
                <a:solidFill>
                  <a:srgbClr val="888888"/>
                </a:solidFill>
                <a:latin typeface="Century Gothic"/>
                <a:ea typeface="Century Gothic"/>
                <a:cs typeface="Century Gothic"/>
                <a:sym typeface="Century Gothic"/>
              </a:defRPr>
            </a:lvl5pPr>
            <a:lvl6pPr marL="0" marR="0" lvl="5" indent="0" algn="r" rtl="0">
              <a:spcBef>
                <a:spcPts val="0"/>
              </a:spcBef>
              <a:buNone/>
              <a:defRPr sz="900" b="0" i="0" u="none" strike="noStrike" cap="none">
                <a:solidFill>
                  <a:srgbClr val="888888"/>
                </a:solidFill>
                <a:latin typeface="Century Gothic"/>
                <a:ea typeface="Century Gothic"/>
                <a:cs typeface="Century Gothic"/>
                <a:sym typeface="Century Gothic"/>
              </a:defRPr>
            </a:lvl6pPr>
            <a:lvl7pPr marL="0" marR="0" lvl="6" indent="0" algn="r" rtl="0">
              <a:spcBef>
                <a:spcPts val="0"/>
              </a:spcBef>
              <a:buNone/>
              <a:defRPr sz="900" b="0" i="0" u="none" strike="noStrike" cap="none">
                <a:solidFill>
                  <a:srgbClr val="888888"/>
                </a:solidFill>
                <a:latin typeface="Century Gothic"/>
                <a:ea typeface="Century Gothic"/>
                <a:cs typeface="Century Gothic"/>
                <a:sym typeface="Century Gothic"/>
              </a:defRPr>
            </a:lvl7pPr>
            <a:lvl8pPr marL="0" marR="0" lvl="7" indent="0" algn="r" rtl="0">
              <a:spcBef>
                <a:spcPts val="0"/>
              </a:spcBef>
              <a:buNone/>
              <a:defRPr sz="900" b="0" i="0" u="none" strike="noStrike" cap="none">
                <a:solidFill>
                  <a:srgbClr val="888888"/>
                </a:solidFill>
                <a:latin typeface="Century Gothic"/>
                <a:ea typeface="Century Gothic"/>
                <a:cs typeface="Century Gothic"/>
                <a:sym typeface="Century Gothic"/>
              </a:defRPr>
            </a:lvl8pPr>
            <a:lvl9pPr marL="0" marR="0" lvl="8" indent="0" algn="r" rtl="0">
              <a:spcBef>
                <a:spcPts val="0"/>
              </a:spcBef>
              <a:buNone/>
              <a:defRPr sz="9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tr-TR"/>
              <a:pPr marL="0" lvl="0" indent="0" algn="r" rtl="0">
                <a:spcBef>
                  <a:spcPts val="0"/>
                </a:spcBef>
                <a:spcAft>
                  <a:spcPts val="0"/>
                </a:spcAft>
                <a:buNone/>
              </a:pPr>
              <a:t>‹N°›</a:t>
            </a:fld>
            <a:endParaRPr lang="tr-T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www.aris-cc.com/"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1048675" name="Google Shape;95;p14"/>
          <p:cNvSpPr/>
          <p:nvPr/>
        </p:nvSpPr>
        <p:spPr>
          <a:xfrm rot="10800000" flipH="1">
            <a:off x="615167" y="2250711"/>
            <a:ext cx="311624" cy="311624"/>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entury Gothic"/>
              <a:ea typeface="Century Gothic"/>
              <a:cs typeface="Century Gothic"/>
              <a:sym typeface="Century Gothic"/>
            </a:endParaRPr>
          </a:p>
        </p:txBody>
      </p:sp>
      <p:sp>
        <p:nvSpPr>
          <p:cNvPr id="1048676" name="Google Shape;96;p14"/>
          <p:cNvSpPr/>
          <p:nvPr/>
        </p:nvSpPr>
        <p:spPr>
          <a:xfrm rot="10800000" flipH="1">
            <a:off x="8425022" y="4406721"/>
            <a:ext cx="641417" cy="641417"/>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entury Gothic"/>
              <a:ea typeface="Century Gothic"/>
              <a:cs typeface="Century Gothic"/>
              <a:sym typeface="Century Gothic"/>
            </a:endParaRPr>
          </a:p>
        </p:txBody>
      </p:sp>
      <p:sp>
        <p:nvSpPr>
          <p:cNvPr id="1048677" name="Google Shape;97;p14"/>
          <p:cNvSpPr/>
          <p:nvPr/>
        </p:nvSpPr>
        <p:spPr>
          <a:xfrm rot="10800000" flipH="1">
            <a:off x="-143251" y="-437864"/>
            <a:ext cx="1070042" cy="1070042"/>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entury Gothic"/>
              <a:ea typeface="Century Gothic"/>
              <a:cs typeface="Century Gothic"/>
              <a:sym typeface="Century Gothic"/>
            </a:endParaRPr>
          </a:p>
        </p:txBody>
      </p:sp>
      <p:sp>
        <p:nvSpPr>
          <p:cNvPr id="1048678" name="Google Shape;99;p14"/>
          <p:cNvSpPr/>
          <p:nvPr/>
        </p:nvSpPr>
        <p:spPr>
          <a:xfrm rot="10800000" flipH="1">
            <a:off x="7980741" y="3057525"/>
            <a:ext cx="227088" cy="227088"/>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nvGrpSpPr>
          <p:cNvPr id="62" name="Google Shape;101;p14"/>
          <p:cNvGrpSpPr/>
          <p:nvPr/>
        </p:nvGrpSpPr>
        <p:grpSpPr>
          <a:xfrm>
            <a:off x="-908118" y="3650775"/>
            <a:ext cx="2223407" cy="2219325"/>
            <a:chOff x="-1266371" y="4076700"/>
            <a:chExt cx="4165600" cy="4165600"/>
          </a:xfrm>
        </p:grpSpPr>
        <p:sp>
          <p:nvSpPr>
            <p:cNvPr id="1048679" name="Google Shape;102;p14"/>
            <p:cNvSpPr/>
            <p:nvPr/>
          </p:nvSpPr>
          <p:spPr>
            <a:xfrm>
              <a:off x="-1025071" y="4318000"/>
              <a:ext cx="3683000" cy="3683000"/>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grpSp>
          <p:nvGrpSpPr>
            <p:cNvPr id="63" name="Google Shape;103;p14"/>
            <p:cNvGrpSpPr/>
            <p:nvPr/>
          </p:nvGrpSpPr>
          <p:grpSpPr>
            <a:xfrm>
              <a:off x="-1266371" y="4076700"/>
              <a:ext cx="4165600" cy="4165600"/>
              <a:chOff x="-1266371" y="4076700"/>
              <a:chExt cx="4165600" cy="4165600"/>
            </a:xfrm>
          </p:grpSpPr>
          <p:sp>
            <p:nvSpPr>
              <p:cNvPr id="1048680" name="Google Shape;104;p14"/>
              <p:cNvSpPr/>
              <p:nvPr/>
            </p:nvSpPr>
            <p:spPr>
              <a:xfrm>
                <a:off x="2697616" y="5348316"/>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1048681" name="Google Shape;105;p14"/>
              <p:cNvSpPr/>
              <p:nvPr/>
            </p:nvSpPr>
            <p:spPr>
              <a:xfrm>
                <a:off x="-1266371" y="4076700"/>
                <a:ext cx="4165600" cy="4165600"/>
              </a:xfrm>
              <a:prstGeom prst="ellipse">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1048682" name="Google Shape;106;p14"/>
              <p:cNvSpPr/>
              <p:nvPr/>
            </p:nvSpPr>
            <p:spPr>
              <a:xfrm>
                <a:off x="-920228" y="7346082"/>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grpSp>
      <p:grpSp>
        <p:nvGrpSpPr>
          <p:cNvPr id="64" name="Google Shape;107;p14"/>
          <p:cNvGrpSpPr/>
          <p:nvPr/>
        </p:nvGrpSpPr>
        <p:grpSpPr>
          <a:xfrm>
            <a:off x="7812638" y="-910944"/>
            <a:ext cx="2539675" cy="2565930"/>
            <a:chOff x="9124043" y="-2040757"/>
            <a:chExt cx="5462814" cy="5549784"/>
          </a:xfrm>
        </p:grpSpPr>
        <p:sp>
          <p:nvSpPr>
            <p:cNvPr id="1048683" name="Google Shape;108;p14"/>
            <p:cNvSpPr/>
            <p:nvPr/>
          </p:nvSpPr>
          <p:spPr>
            <a:xfrm>
              <a:off x="9471164" y="-1684282"/>
              <a:ext cx="4768572" cy="4768572"/>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grpSp>
          <p:nvGrpSpPr>
            <p:cNvPr id="65" name="Google Shape;109;p14"/>
            <p:cNvGrpSpPr/>
            <p:nvPr/>
          </p:nvGrpSpPr>
          <p:grpSpPr>
            <a:xfrm>
              <a:off x="9124043" y="-2040757"/>
              <a:ext cx="5462814" cy="5549784"/>
              <a:chOff x="9124043" y="-2040757"/>
              <a:chExt cx="5462814" cy="5549784"/>
            </a:xfrm>
          </p:grpSpPr>
          <p:sp>
            <p:nvSpPr>
              <p:cNvPr id="1048684" name="Google Shape;110;p14"/>
              <p:cNvSpPr/>
              <p:nvPr/>
            </p:nvSpPr>
            <p:spPr>
              <a:xfrm>
                <a:off x="11447915" y="3347102"/>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685" name="Google Shape;111;p14"/>
              <p:cNvSpPr/>
              <p:nvPr/>
            </p:nvSpPr>
            <p:spPr>
              <a:xfrm>
                <a:off x="9124043" y="-2040757"/>
                <a:ext cx="5462814" cy="5462814"/>
              </a:xfrm>
              <a:prstGeom prst="ellipse">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1048686" name="Google Shape;112;p14"/>
              <p:cNvSpPr/>
              <p:nvPr/>
            </p:nvSpPr>
            <p:spPr>
              <a:xfrm>
                <a:off x="12552815" y="-2009573"/>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grpSp>
      <p:sp>
        <p:nvSpPr>
          <p:cNvPr id="1048687" name="Google Shape;116;p14"/>
          <p:cNvSpPr/>
          <p:nvPr/>
        </p:nvSpPr>
        <p:spPr>
          <a:xfrm rot="10800000" flipH="1">
            <a:off x="2139176" y="4760437"/>
            <a:ext cx="122126" cy="122126"/>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688" name="Google Shape;117;p14"/>
          <p:cNvSpPr txBox="1"/>
          <p:nvPr/>
        </p:nvSpPr>
        <p:spPr>
          <a:xfrm>
            <a:off x="0" y="1070355"/>
            <a:ext cx="8968291" cy="630198"/>
          </a:xfrm>
          <a:prstGeom prst="rect">
            <a:avLst/>
          </a:prstGeom>
          <a:noFill/>
          <a:ln>
            <a:noFill/>
          </a:ln>
        </p:spPr>
        <p:txBody>
          <a:bodyPr spcFirstLastPara="1" wrap="square" lIns="68575" tIns="34275" rIns="68575" bIns="34275" anchor="t" anchorCtr="0">
            <a:noAutofit/>
          </a:bodyPr>
          <a:lstStyle/>
          <a:p>
            <a:pPr lvl="0" algn="ctr"/>
            <a:r>
              <a:rPr lang="fr-FR" sz="2000" dirty="0">
                <a:solidFill>
                  <a:srgbClr val="3F3F3F"/>
                </a:solidFill>
                <a:latin typeface="Century Gothic"/>
                <a:ea typeface="Century Gothic"/>
                <a:cs typeface="Century Gothic"/>
                <a:sym typeface="Century Gothic"/>
              </a:rPr>
              <a:t>UNIVERSITE DE FIANARANTSOA</a:t>
            </a:r>
          </a:p>
          <a:p>
            <a:pPr lvl="0" algn="ctr"/>
            <a:r>
              <a:rPr lang="fr-FR" sz="2000" dirty="0">
                <a:solidFill>
                  <a:srgbClr val="3F3F3F"/>
                </a:solidFill>
                <a:latin typeface="Century Gothic"/>
                <a:ea typeface="Century Gothic"/>
                <a:cs typeface="Century Gothic"/>
                <a:sym typeface="Century Gothic"/>
              </a:rPr>
              <a:t>ECOLE DE MANAGEMENT ET D’INNOVATION TECHNOLOGIQUE</a:t>
            </a:r>
            <a:endParaRPr sz="2000" dirty="0">
              <a:solidFill>
                <a:srgbClr val="3F3F3F"/>
              </a:solidFill>
              <a:latin typeface="Century Gothic"/>
              <a:ea typeface="Century Gothic"/>
              <a:cs typeface="Century Gothic"/>
              <a:sym typeface="Century Gothic"/>
            </a:endParaRPr>
          </a:p>
        </p:txBody>
      </p:sp>
      <p:sp>
        <p:nvSpPr>
          <p:cNvPr id="1048689" name="Google Shape;118;p14"/>
          <p:cNvSpPr txBox="1"/>
          <p:nvPr/>
        </p:nvSpPr>
        <p:spPr>
          <a:xfrm>
            <a:off x="5847705" y="4760437"/>
            <a:ext cx="2642337" cy="339495"/>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fr-FR" sz="1200" dirty="0">
                <a:solidFill>
                  <a:srgbClr val="3F3F3F"/>
                </a:solidFill>
                <a:latin typeface="Century Gothic"/>
                <a:ea typeface="Century Gothic"/>
                <a:cs typeface="Century Gothic"/>
                <a:sym typeface="Century Gothic"/>
              </a:rPr>
              <a:t>Année-Universitaire : 2024 - 2025</a:t>
            </a:r>
            <a:endParaRPr sz="1200" dirty="0">
              <a:solidFill>
                <a:srgbClr val="3F3F3F"/>
              </a:solidFill>
              <a:latin typeface="Century Gothic"/>
              <a:ea typeface="Century Gothic"/>
              <a:cs typeface="Century Gothic"/>
              <a:sym typeface="Century Gothic"/>
            </a:endParaRPr>
          </a:p>
        </p:txBody>
      </p:sp>
      <p:pic>
        <p:nvPicPr>
          <p:cNvPr id="2097159" name="Image 2"/>
          <p:cNvPicPr>
            <a:picLocks noChangeAspect="1"/>
          </p:cNvPicPr>
          <p:nvPr/>
        </p:nvPicPr>
        <p:blipFill>
          <a:blip r:embed="rId3"/>
          <a:srcRect/>
          <a:stretch>
            <a:fillRect/>
          </a:stretch>
        </p:blipFill>
        <p:spPr>
          <a:xfrm>
            <a:off x="1088168" y="123016"/>
            <a:ext cx="689664" cy="850132"/>
          </a:xfrm>
          <a:prstGeom prst="rect">
            <a:avLst/>
          </a:prstGeom>
        </p:spPr>
      </p:pic>
      <p:pic>
        <p:nvPicPr>
          <p:cNvPr id="2097160" name="Image 4"/>
          <p:cNvPicPr>
            <a:picLocks noChangeAspect="1"/>
          </p:cNvPicPr>
          <p:nvPr/>
        </p:nvPicPr>
        <p:blipFill>
          <a:blip r:embed="rId4"/>
          <a:srcRect/>
          <a:stretch>
            <a:fillRect/>
          </a:stretch>
        </p:blipFill>
        <p:spPr>
          <a:xfrm>
            <a:off x="2063549" y="331846"/>
            <a:ext cx="850132" cy="434997"/>
          </a:xfrm>
          <a:prstGeom prst="rect">
            <a:avLst/>
          </a:prstGeom>
        </p:spPr>
      </p:pic>
      <p:sp>
        <p:nvSpPr>
          <p:cNvPr id="1048690" name="Rectangle 7"/>
          <p:cNvSpPr/>
          <p:nvPr/>
        </p:nvSpPr>
        <p:spPr>
          <a:xfrm>
            <a:off x="2261302" y="1772201"/>
            <a:ext cx="4430486" cy="4571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002060"/>
              </a:solidFill>
            </a:endParaRPr>
          </a:p>
        </p:txBody>
      </p:sp>
      <p:sp>
        <p:nvSpPr>
          <p:cNvPr id="1048691" name="Google Shape;118;p14"/>
          <p:cNvSpPr txBox="1"/>
          <p:nvPr/>
        </p:nvSpPr>
        <p:spPr>
          <a:xfrm>
            <a:off x="1648047" y="4334728"/>
            <a:ext cx="6275289" cy="339495"/>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fr-FR" sz="1600" dirty="0">
                <a:solidFill>
                  <a:srgbClr val="3F3F3F"/>
                </a:solidFill>
                <a:latin typeface="Century Gothic"/>
                <a:ea typeface="Century Gothic"/>
                <a:cs typeface="Century Gothic"/>
                <a:sym typeface="Century Gothic"/>
              </a:rPr>
              <a:t>Présenté par </a:t>
            </a:r>
            <a:r>
              <a:rPr lang="fr-FR" sz="1600" b="1" dirty="0">
                <a:solidFill>
                  <a:srgbClr val="3F3F3F"/>
                </a:solidFill>
                <a:latin typeface="Century Gothic"/>
                <a:ea typeface="Century Gothic"/>
                <a:cs typeface="Century Gothic"/>
                <a:sym typeface="Century Gothic"/>
              </a:rPr>
              <a:t>RAZAFINDRAIBE </a:t>
            </a:r>
            <a:r>
              <a:rPr lang="fr-FR" sz="1600" b="1" dirty="0" err="1">
                <a:solidFill>
                  <a:srgbClr val="3F3F3F"/>
                </a:solidFill>
                <a:latin typeface="Century Gothic"/>
                <a:ea typeface="Century Gothic"/>
                <a:cs typeface="Century Gothic"/>
                <a:sym typeface="Century Gothic"/>
              </a:rPr>
              <a:t>Fetiniaina</a:t>
            </a:r>
            <a:endParaRPr sz="1600" dirty="0">
              <a:solidFill>
                <a:srgbClr val="3F3F3F"/>
              </a:solidFill>
              <a:latin typeface="Century Gothic"/>
              <a:ea typeface="Century Gothic"/>
              <a:cs typeface="Century Gothic"/>
              <a:sym typeface="Century Gothic"/>
            </a:endParaRPr>
          </a:p>
        </p:txBody>
      </p:sp>
      <p:sp>
        <p:nvSpPr>
          <p:cNvPr id="1048692" name="Google Shape;118;p14"/>
          <p:cNvSpPr txBox="1"/>
          <p:nvPr/>
        </p:nvSpPr>
        <p:spPr>
          <a:xfrm>
            <a:off x="2139175" y="1912967"/>
            <a:ext cx="4669972" cy="493556"/>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fr-FR" b="1" dirty="0">
                <a:solidFill>
                  <a:srgbClr val="3F3F3F"/>
                </a:solidFill>
                <a:latin typeface="Century Gothic"/>
                <a:ea typeface="Century Gothic"/>
                <a:cs typeface="Century Gothic"/>
                <a:sym typeface="Century Gothic"/>
              </a:rPr>
              <a:t>Mémoire de fin d’études en vue de l’obtention du diplôme de Licence Professionnelle en Informatique</a:t>
            </a:r>
            <a:endParaRPr b="1" dirty="0">
              <a:solidFill>
                <a:srgbClr val="3F3F3F"/>
              </a:solidFill>
              <a:latin typeface="Century Gothic"/>
              <a:ea typeface="Century Gothic"/>
              <a:cs typeface="Century Gothic"/>
              <a:sym typeface="Century Gothic"/>
            </a:endParaRPr>
          </a:p>
        </p:txBody>
      </p:sp>
      <p:sp>
        <p:nvSpPr>
          <p:cNvPr id="1048693" name="Google Shape;118;p14"/>
          <p:cNvSpPr txBox="1"/>
          <p:nvPr/>
        </p:nvSpPr>
        <p:spPr>
          <a:xfrm>
            <a:off x="2139175" y="2573557"/>
            <a:ext cx="4928939" cy="676073"/>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fr-FR" sz="1200" dirty="0">
                <a:solidFill>
                  <a:srgbClr val="3F3F3F"/>
                </a:solidFill>
                <a:latin typeface="Century Gothic"/>
                <a:ea typeface="Century Gothic"/>
                <a:cs typeface="Century Gothic"/>
                <a:sym typeface="Century Gothic"/>
              </a:rPr>
              <a:t>Mention : Informatique</a:t>
            </a:r>
          </a:p>
          <a:p>
            <a:pPr marL="0" marR="0" lvl="0" indent="0" algn="ctr" rtl="0">
              <a:spcBef>
                <a:spcPts val="0"/>
              </a:spcBef>
              <a:spcAft>
                <a:spcPts val="0"/>
              </a:spcAft>
              <a:buNone/>
            </a:pPr>
            <a:r>
              <a:rPr lang="fr-FR" sz="1200" dirty="0">
                <a:solidFill>
                  <a:srgbClr val="3F3F3F"/>
                </a:solidFill>
                <a:latin typeface="Century Gothic"/>
                <a:ea typeface="Century Gothic"/>
                <a:cs typeface="Century Gothic"/>
                <a:sym typeface="Century Gothic"/>
              </a:rPr>
              <a:t>Parcours : Développement d’Application Internet/Intranet(DA2I)</a:t>
            </a:r>
          </a:p>
          <a:p>
            <a:pPr marL="0" marR="0" lvl="0" indent="0" algn="ctr" rtl="0">
              <a:spcBef>
                <a:spcPts val="0"/>
              </a:spcBef>
              <a:spcAft>
                <a:spcPts val="0"/>
              </a:spcAft>
              <a:buNone/>
            </a:pPr>
            <a:r>
              <a:rPr lang="fr-FR" sz="1200" dirty="0">
                <a:solidFill>
                  <a:srgbClr val="3F3F3F"/>
                </a:solidFill>
                <a:latin typeface="Century Gothic"/>
                <a:ea typeface="Century Gothic"/>
                <a:cs typeface="Century Gothic"/>
                <a:sym typeface="Century Gothic"/>
              </a:rPr>
              <a:t>Thème :</a:t>
            </a:r>
            <a:endParaRPr sz="1200" dirty="0">
              <a:solidFill>
                <a:srgbClr val="3F3F3F"/>
              </a:solidFill>
              <a:latin typeface="Century Gothic"/>
              <a:ea typeface="Century Gothic"/>
              <a:cs typeface="Century Gothic"/>
              <a:sym typeface="Century Gothic"/>
            </a:endParaRPr>
          </a:p>
        </p:txBody>
      </p:sp>
      <p:sp>
        <p:nvSpPr>
          <p:cNvPr id="1048694" name="Zone de texte 325"/>
          <p:cNvSpPr txBox="1">
            <a:spLocks noChangeArrowheads="1"/>
          </p:cNvSpPr>
          <p:nvPr/>
        </p:nvSpPr>
        <p:spPr bwMode="auto">
          <a:xfrm>
            <a:off x="1648047" y="3194099"/>
            <a:ext cx="5924550" cy="1170468"/>
          </a:xfrm>
          <a:prstGeom prst="rect">
            <a:avLst/>
          </a:prstGeom>
          <a:noFill/>
          <a:ln w="19050">
            <a:solidFill>
              <a:srgbClr val="FFFF00"/>
            </a:solidFill>
            <a:miter lim="800000"/>
            <a:headEnd/>
            <a:tailEnd/>
          </a:ln>
          <a:effectLst>
            <a:softEdge rad="63500"/>
          </a:effectLst>
        </p:spPr>
        <p:txBody>
          <a:bodyPr rot="0" vert="horz" wrap="square" lIns="91440" tIns="45720" rIns="91440" bIns="45720" anchor="t" anchorCtr="0" upright="1">
            <a:noAutofit/>
            <a:scene3d>
              <a:camera prst="orthographicFront"/>
              <a:lightRig rig="threePt" dir="t"/>
            </a:scene3d>
            <a:sp3d>
              <a:bevelB w="38100" h="38100"/>
            </a:sp3d>
          </a:bodyPr>
          <a:lstStyle/>
          <a:p>
            <a:pPr algn="ctr">
              <a:lnSpc>
                <a:spcPct val="107000"/>
              </a:lnSpc>
              <a:spcAft>
                <a:spcPts val="800"/>
              </a:spcAft>
            </a:pPr>
            <a:r>
              <a:rPr lang="fr-FR" sz="1800" b="1" dirty="0">
                <a:latin typeface="Times New Roman" pitchFamily="18" charset="0"/>
                <a:cs typeface="Times New Roman" pitchFamily="18" charset="0"/>
              </a:rPr>
              <a:t>Conception et réalisation d’une application de gestion salariale des employés chez Aris concept</a:t>
            </a:r>
          </a:p>
          <a:p>
            <a:pPr algn="ctr">
              <a:lnSpc>
                <a:spcPct val="107000"/>
              </a:lnSpc>
              <a:spcAft>
                <a:spcPts val="800"/>
              </a:spcAft>
            </a:pPr>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097161" name="Image 5"/>
          <p:cNvPicPr>
            <a:picLocks noChangeAspect="1"/>
          </p:cNvPicPr>
          <p:nvPr/>
        </p:nvPicPr>
        <p:blipFill>
          <a:blip r:embed="rId5"/>
          <a:stretch>
            <a:fillRect/>
          </a:stretch>
        </p:blipFill>
        <p:spPr>
          <a:xfrm>
            <a:off x="6691789" y="97156"/>
            <a:ext cx="959471" cy="8759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4000" fill="hold"/>
                                        <p:tgtEl>
                                          <p:spTgt spid="62"/>
                                        </p:tgtEl>
                                        <p:attrNameLst>
                                          <p:attrName>r</p:attrName>
                                        </p:attrNameLst>
                                      </p:cBhvr>
                                    </p:animRot>
                                  </p:childTnLst>
                                </p:cTn>
                              </p:par>
                              <p:par>
                                <p:cTn id="7" presetID="8" presetClass="emph" presetSubtype="0" fill="hold" nodeType="withEffect">
                                  <p:stCondLst>
                                    <p:cond delay="0"/>
                                  </p:stCondLst>
                                  <p:childTnLst>
                                    <p:animRot by="-21600000">
                                      <p:cBhvr>
                                        <p:cTn id="8" dur="10000" fill="hold"/>
                                        <p:tgtEl>
                                          <p:spTgt spid="64"/>
                                        </p:tgtEl>
                                        <p:attrNameLst>
                                          <p:attrName>r</p:attrName>
                                        </p:attrNameLst>
                                      </p:cBhvr>
                                    </p:animRot>
                                  </p:childTnLst>
                                </p:cTn>
                              </p:par>
                              <p:par>
                                <p:cTn id="9" presetID="23" presetClass="entr" presetSubtype="16" fill="hold" nodeType="withEffect">
                                  <p:stCondLst>
                                    <p:cond delay="0"/>
                                  </p:stCondLst>
                                  <p:childTnLst>
                                    <p:set>
                                      <p:cBhvr>
                                        <p:cTn id="10" dur="1" fill="hold">
                                          <p:stCondLst>
                                            <p:cond delay="0"/>
                                          </p:stCondLst>
                                        </p:cTn>
                                        <p:tgtEl>
                                          <p:spTgt spid="1048675"/>
                                        </p:tgtEl>
                                        <p:attrNameLst>
                                          <p:attrName>style.visibility</p:attrName>
                                        </p:attrNameLst>
                                      </p:cBhvr>
                                      <p:to>
                                        <p:strVal val="visible"/>
                                      </p:to>
                                    </p:set>
                                    <p:anim calcmode="lin" valueType="num">
                                      <p:cBhvr additive="base">
                                        <p:cTn id="11" dur="250"/>
                                        <p:tgtEl>
                                          <p:spTgt spid="1048675"/>
                                        </p:tgtEl>
                                        <p:attrNameLst>
                                          <p:attrName>ppt_w</p:attrName>
                                        </p:attrNameLst>
                                      </p:cBhvr>
                                      <p:tavLst>
                                        <p:tav tm="0">
                                          <p:val>
                                            <p:strVal val="0"/>
                                          </p:val>
                                        </p:tav>
                                        <p:tav tm="100000">
                                          <p:val>
                                            <p:strVal val="#ppt_w"/>
                                          </p:val>
                                        </p:tav>
                                      </p:tavLst>
                                    </p:anim>
                                    <p:anim calcmode="lin" valueType="num">
                                      <p:cBhvr additive="base">
                                        <p:cTn id="12" dur="250"/>
                                        <p:tgtEl>
                                          <p:spTgt spid="1048675"/>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250"/>
                                  </p:stCondLst>
                                  <p:childTnLst>
                                    <p:set>
                                      <p:cBhvr>
                                        <p:cTn id="14" dur="1" fill="hold">
                                          <p:stCondLst>
                                            <p:cond delay="0"/>
                                          </p:stCondLst>
                                        </p:cTn>
                                        <p:tgtEl>
                                          <p:spTgt spid="1048678"/>
                                        </p:tgtEl>
                                        <p:attrNameLst>
                                          <p:attrName>style.visibility</p:attrName>
                                        </p:attrNameLst>
                                      </p:cBhvr>
                                      <p:to>
                                        <p:strVal val="visible"/>
                                      </p:to>
                                    </p:set>
                                    <p:anim calcmode="lin" valueType="num">
                                      <p:cBhvr additive="base">
                                        <p:cTn id="15" dur="250"/>
                                        <p:tgtEl>
                                          <p:spTgt spid="1048678"/>
                                        </p:tgtEl>
                                        <p:attrNameLst>
                                          <p:attrName>ppt_w</p:attrName>
                                        </p:attrNameLst>
                                      </p:cBhvr>
                                      <p:tavLst>
                                        <p:tav tm="0">
                                          <p:val>
                                            <p:strVal val="0"/>
                                          </p:val>
                                        </p:tav>
                                        <p:tav tm="100000">
                                          <p:val>
                                            <p:strVal val="#ppt_w"/>
                                          </p:val>
                                        </p:tav>
                                      </p:tavLst>
                                    </p:anim>
                                    <p:anim calcmode="lin" valueType="num">
                                      <p:cBhvr additive="base">
                                        <p:cTn id="16" dur="250"/>
                                        <p:tgtEl>
                                          <p:spTgt spid="1048678"/>
                                        </p:tgtEl>
                                        <p:attrNameLst>
                                          <p:attrName>ppt_h</p:attrName>
                                        </p:attrNameLst>
                                      </p:cBhvr>
                                      <p:tavLst>
                                        <p:tav tm="0">
                                          <p:val>
                                            <p:strVal val="0"/>
                                          </p:val>
                                        </p:tav>
                                        <p:tav tm="100000">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1048687"/>
                                        </p:tgtEl>
                                        <p:attrNameLst>
                                          <p:attrName>style.visibility</p:attrName>
                                        </p:attrNameLst>
                                      </p:cBhvr>
                                      <p:to>
                                        <p:strVal val="visible"/>
                                      </p:to>
                                    </p:set>
                                    <p:anim calcmode="lin" valueType="num">
                                      <p:cBhvr additive="base">
                                        <p:cTn id="19" dur="250"/>
                                        <p:tgtEl>
                                          <p:spTgt spid="1048687"/>
                                        </p:tgtEl>
                                        <p:attrNameLst>
                                          <p:attrName>ppt_w</p:attrName>
                                        </p:attrNameLst>
                                      </p:cBhvr>
                                      <p:tavLst>
                                        <p:tav tm="0">
                                          <p:val>
                                            <p:strVal val="0"/>
                                          </p:val>
                                        </p:tav>
                                        <p:tav tm="100000">
                                          <p:val>
                                            <p:strVal val="#ppt_w"/>
                                          </p:val>
                                        </p:tav>
                                      </p:tavLst>
                                    </p:anim>
                                    <p:anim calcmode="lin" valueType="num">
                                      <p:cBhvr additive="base">
                                        <p:cTn id="20" dur="250"/>
                                        <p:tgtEl>
                                          <p:spTgt spid="1048687"/>
                                        </p:tgtEl>
                                        <p:attrNameLst>
                                          <p:attrName>ppt_h</p:attrName>
                                        </p:attrNameLst>
                                      </p:cBhvr>
                                      <p:tavLst>
                                        <p:tav tm="0">
                                          <p:val>
                                            <p:strVal val="0"/>
                                          </p:val>
                                        </p:tav>
                                        <p:tav tm="100000">
                                          <p:val>
                                            <p:strVal val="#ppt_h"/>
                                          </p:val>
                                        </p:tav>
                                      </p:tavLst>
                                    </p:anim>
                                  </p:childTnLst>
                                </p:cTn>
                              </p:par>
                              <p:par>
                                <p:cTn id="21" presetID="23" presetClass="entr" presetSubtype="16" fill="hold" nodeType="withEffect">
                                  <p:stCondLst>
                                    <p:cond delay="500"/>
                                  </p:stCondLst>
                                  <p:childTnLst>
                                    <p:set>
                                      <p:cBhvr>
                                        <p:cTn id="22" dur="1" fill="hold">
                                          <p:stCondLst>
                                            <p:cond delay="0"/>
                                          </p:stCondLst>
                                        </p:cTn>
                                        <p:tgtEl>
                                          <p:spTgt spid="1048676"/>
                                        </p:tgtEl>
                                        <p:attrNameLst>
                                          <p:attrName>style.visibility</p:attrName>
                                        </p:attrNameLst>
                                      </p:cBhvr>
                                      <p:to>
                                        <p:strVal val="visible"/>
                                      </p:to>
                                    </p:set>
                                    <p:anim calcmode="lin" valueType="num">
                                      <p:cBhvr additive="base">
                                        <p:cTn id="23" dur="250"/>
                                        <p:tgtEl>
                                          <p:spTgt spid="1048676"/>
                                        </p:tgtEl>
                                        <p:attrNameLst>
                                          <p:attrName>ppt_w</p:attrName>
                                        </p:attrNameLst>
                                      </p:cBhvr>
                                      <p:tavLst>
                                        <p:tav tm="0">
                                          <p:val>
                                            <p:strVal val="0"/>
                                          </p:val>
                                        </p:tav>
                                        <p:tav tm="100000">
                                          <p:val>
                                            <p:strVal val="#ppt_w"/>
                                          </p:val>
                                        </p:tav>
                                      </p:tavLst>
                                    </p:anim>
                                    <p:anim calcmode="lin" valueType="num">
                                      <p:cBhvr additive="base">
                                        <p:cTn id="24" dur="250"/>
                                        <p:tgtEl>
                                          <p:spTgt spid="1048676"/>
                                        </p:tgtEl>
                                        <p:attrNameLst>
                                          <p:attrName>ppt_h</p:attrName>
                                        </p:attrNameLst>
                                      </p:cBhvr>
                                      <p:tavLst>
                                        <p:tav tm="0">
                                          <p:val>
                                            <p:strVal val="0"/>
                                          </p:val>
                                        </p:tav>
                                        <p:tav tm="100000">
                                          <p:val>
                                            <p:strVal val="#ppt_h"/>
                                          </p:val>
                                        </p:tav>
                                      </p:tavLst>
                                    </p:anim>
                                  </p:childTnLst>
                                </p:cTn>
                              </p:par>
                              <p:par>
                                <p:cTn id="25" presetID="23" presetClass="entr" presetSubtype="16" fill="hold" nodeType="withEffect">
                                  <p:stCondLst>
                                    <p:cond delay="500"/>
                                  </p:stCondLst>
                                  <p:childTnLst>
                                    <p:set>
                                      <p:cBhvr>
                                        <p:cTn id="26" dur="1" fill="hold">
                                          <p:stCondLst>
                                            <p:cond delay="0"/>
                                          </p:stCondLst>
                                        </p:cTn>
                                        <p:tgtEl>
                                          <p:spTgt spid="1048677"/>
                                        </p:tgtEl>
                                        <p:attrNameLst>
                                          <p:attrName>style.visibility</p:attrName>
                                        </p:attrNameLst>
                                      </p:cBhvr>
                                      <p:to>
                                        <p:strVal val="visible"/>
                                      </p:to>
                                    </p:set>
                                    <p:anim calcmode="lin" valueType="num">
                                      <p:cBhvr additive="base">
                                        <p:cTn id="27" dur="250"/>
                                        <p:tgtEl>
                                          <p:spTgt spid="1048677"/>
                                        </p:tgtEl>
                                        <p:attrNameLst>
                                          <p:attrName>ppt_w</p:attrName>
                                        </p:attrNameLst>
                                      </p:cBhvr>
                                      <p:tavLst>
                                        <p:tav tm="0">
                                          <p:val>
                                            <p:strVal val="0"/>
                                          </p:val>
                                        </p:tav>
                                        <p:tav tm="100000">
                                          <p:val>
                                            <p:strVal val="#ppt_w"/>
                                          </p:val>
                                        </p:tav>
                                      </p:tavLst>
                                    </p:anim>
                                    <p:anim calcmode="lin" valueType="num">
                                      <p:cBhvr additive="base">
                                        <p:cTn id="28" dur="250"/>
                                        <p:tgtEl>
                                          <p:spTgt spid="1048677"/>
                                        </p:tgtEl>
                                        <p:attrNameLst>
                                          <p:attrName>ppt_h</p:attrName>
                                        </p:attrNameLst>
                                      </p:cBhvr>
                                      <p:tavLst>
                                        <p:tav tm="0">
                                          <p:val>
                                            <p:strVal val="0"/>
                                          </p:val>
                                        </p:tav>
                                        <p:tav tm="100000">
                                          <p:val>
                                            <p:strVal val="#ppt_h"/>
                                          </p:val>
                                        </p:tav>
                                      </p:tavLst>
                                    </p:anim>
                                  </p:childTnLst>
                                </p:cTn>
                              </p:par>
                              <p:par>
                                <p:cTn id="29" presetID="10" presetClass="entr" presetSubtype="0" fill="hold" nodeType="withEffect">
                                  <p:stCondLst>
                                    <p:cond delay="500"/>
                                  </p:stCondLst>
                                  <p:childTnLst>
                                    <p:set>
                                      <p:cBhvr>
                                        <p:cTn id="30" dur="1" fill="hold">
                                          <p:stCondLst>
                                            <p:cond delay="0"/>
                                          </p:stCondLst>
                                        </p:cTn>
                                        <p:tgtEl>
                                          <p:spTgt spid="1048688"/>
                                        </p:tgtEl>
                                        <p:attrNameLst>
                                          <p:attrName>style.visibility</p:attrName>
                                        </p:attrNameLst>
                                      </p:cBhvr>
                                      <p:to>
                                        <p:strVal val="visible"/>
                                      </p:to>
                                    </p:set>
                                    <p:animEffect transition="in" filter="fade">
                                      <p:cBhvr>
                                        <p:cTn id="31" dur="500"/>
                                        <p:tgtEl>
                                          <p:spTgt spid="1048688"/>
                                        </p:tgtEl>
                                      </p:cBhvr>
                                    </p:animEffect>
                                  </p:childTnLst>
                                </p:cTn>
                              </p:par>
                              <p:par>
                                <p:cTn id="32" presetID="10" presetClass="entr" presetSubtype="0" fill="hold" nodeType="withEffect">
                                  <p:stCondLst>
                                    <p:cond delay="500"/>
                                  </p:stCondLst>
                                  <p:childTnLst>
                                    <p:set>
                                      <p:cBhvr>
                                        <p:cTn id="33" dur="1" fill="hold">
                                          <p:stCondLst>
                                            <p:cond delay="0"/>
                                          </p:stCondLst>
                                        </p:cTn>
                                        <p:tgtEl>
                                          <p:spTgt spid="1048689"/>
                                        </p:tgtEl>
                                        <p:attrNameLst>
                                          <p:attrName>style.visibility</p:attrName>
                                        </p:attrNameLst>
                                      </p:cBhvr>
                                      <p:to>
                                        <p:strVal val="visible"/>
                                      </p:to>
                                    </p:set>
                                    <p:animEffect transition="in" filter="fade">
                                      <p:cBhvr>
                                        <p:cTn id="34" dur="500"/>
                                        <p:tgtEl>
                                          <p:spTgt spid="1048689"/>
                                        </p:tgtEl>
                                      </p:cBhvr>
                                    </p:animEffect>
                                  </p:childTnLst>
                                </p:cTn>
                              </p:par>
                              <p:par>
                                <p:cTn id="35" presetID="10" presetClass="entr" presetSubtype="0" fill="hold" nodeType="withEffect">
                                  <p:stCondLst>
                                    <p:cond delay="500"/>
                                  </p:stCondLst>
                                  <p:childTnLst>
                                    <p:set>
                                      <p:cBhvr>
                                        <p:cTn id="36" dur="1" fill="hold">
                                          <p:stCondLst>
                                            <p:cond delay="0"/>
                                          </p:stCondLst>
                                        </p:cTn>
                                        <p:tgtEl>
                                          <p:spTgt spid="1048691"/>
                                        </p:tgtEl>
                                        <p:attrNameLst>
                                          <p:attrName>style.visibility</p:attrName>
                                        </p:attrNameLst>
                                      </p:cBhvr>
                                      <p:to>
                                        <p:strVal val="visible"/>
                                      </p:to>
                                    </p:set>
                                    <p:animEffect transition="in" filter="fade">
                                      <p:cBhvr>
                                        <p:cTn id="37" dur="500"/>
                                        <p:tgtEl>
                                          <p:spTgt spid="1048691"/>
                                        </p:tgtEl>
                                      </p:cBhvr>
                                    </p:animEffect>
                                  </p:childTnLst>
                                </p:cTn>
                              </p:par>
                              <p:par>
                                <p:cTn id="38" presetID="10" presetClass="entr" presetSubtype="0" fill="hold" nodeType="withEffect">
                                  <p:stCondLst>
                                    <p:cond delay="500"/>
                                  </p:stCondLst>
                                  <p:childTnLst>
                                    <p:set>
                                      <p:cBhvr>
                                        <p:cTn id="39" dur="1" fill="hold">
                                          <p:stCondLst>
                                            <p:cond delay="0"/>
                                          </p:stCondLst>
                                        </p:cTn>
                                        <p:tgtEl>
                                          <p:spTgt spid="1048692"/>
                                        </p:tgtEl>
                                        <p:attrNameLst>
                                          <p:attrName>style.visibility</p:attrName>
                                        </p:attrNameLst>
                                      </p:cBhvr>
                                      <p:to>
                                        <p:strVal val="visible"/>
                                      </p:to>
                                    </p:set>
                                    <p:animEffect transition="in" filter="fade">
                                      <p:cBhvr>
                                        <p:cTn id="40" dur="500"/>
                                        <p:tgtEl>
                                          <p:spTgt spid="1048692"/>
                                        </p:tgtEl>
                                      </p:cBhvr>
                                    </p:animEffect>
                                  </p:childTnLst>
                                </p:cTn>
                              </p:par>
                              <p:par>
                                <p:cTn id="41" presetID="10" presetClass="entr" presetSubtype="0" fill="hold" nodeType="withEffect">
                                  <p:stCondLst>
                                    <p:cond delay="500"/>
                                  </p:stCondLst>
                                  <p:childTnLst>
                                    <p:set>
                                      <p:cBhvr>
                                        <p:cTn id="42" dur="1" fill="hold">
                                          <p:stCondLst>
                                            <p:cond delay="0"/>
                                          </p:stCondLst>
                                        </p:cTn>
                                        <p:tgtEl>
                                          <p:spTgt spid="1048693"/>
                                        </p:tgtEl>
                                        <p:attrNameLst>
                                          <p:attrName>style.visibility</p:attrName>
                                        </p:attrNameLst>
                                      </p:cBhvr>
                                      <p:to>
                                        <p:strVal val="visible"/>
                                      </p:to>
                                    </p:set>
                                    <p:animEffect transition="in" filter="fade">
                                      <p:cBhvr>
                                        <p:cTn id="43" dur="500"/>
                                        <p:tgtEl>
                                          <p:spTgt spid="1048693"/>
                                        </p:tgtEl>
                                      </p:cBhvr>
                                    </p:animEffect>
                                  </p:childTnLst>
                                </p:cTn>
                              </p:par>
                            </p:childTnLst>
                          </p:cTn>
                        </p:par>
                      </p:childTnLst>
                    </p:cTn>
                  </p:par>
                  <p:par>
                    <p:cTn id="44" fill="hold">
                      <p:stCondLst>
                        <p:cond delay="indefinite"/>
                      </p:stCondLst>
                      <p:childTnLst>
                        <p:par>
                          <p:cTn id="45" fill="hold">
                            <p:stCondLst>
                              <p:cond delay="0"/>
                            </p:stCondLst>
                            <p:childTnLst>
                              <p:par>
                                <p:cTn id="46" presetID="14" presetClass="entr" presetSubtype="10" fill="hold" grpId="0" nodeType="clickEffect">
                                  <p:stCondLst>
                                    <p:cond delay="0"/>
                                  </p:stCondLst>
                                  <p:childTnLst>
                                    <p:set>
                                      <p:cBhvr>
                                        <p:cTn id="47" dur="1" fill="hold">
                                          <p:stCondLst>
                                            <p:cond delay="0"/>
                                          </p:stCondLst>
                                        </p:cTn>
                                        <p:tgtEl>
                                          <p:spTgt spid="1048694"/>
                                        </p:tgtEl>
                                        <p:attrNameLst>
                                          <p:attrName>style.visibility</p:attrName>
                                        </p:attrNameLst>
                                      </p:cBhvr>
                                      <p:to>
                                        <p:strVal val="visible"/>
                                      </p:to>
                                    </p:set>
                                    <p:animEffect transition="in" filter="randombar(horizontal)">
                                      <p:cBhvr>
                                        <p:cTn id="48" dur="500"/>
                                        <p:tgtEl>
                                          <p:spTgt spid="10486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9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1048698" name="Google Shape;748;p39"/>
          <p:cNvSpPr/>
          <p:nvPr/>
        </p:nvSpPr>
        <p:spPr>
          <a:xfrm rot="10800000" flipH="1">
            <a:off x="621497" y="2001593"/>
            <a:ext cx="311624" cy="311624"/>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699" name="Google Shape;749;p39"/>
          <p:cNvSpPr/>
          <p:nvPr/>
        </p:nvSpPr>
        <p:spPr>
          <a:xfrm rot="10800000" flipH="1">
            <a:off x="7944520" y="4415168"/>
            <a:ext cx="641417" cy="641417"/>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700" name="Google Shape;750;p39"/>
          <p:cNvSpPr/>
          <p:nvPr/>
        </p:nvSpPr>
        <p:spPr>
          <a:xfrm rot="10800000" flipH="1">
            <a:off x="777309" y="-452250"/>
            <a:ext cx="1070042" cy="1070042"/>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701" name="Google Shape;751;p39"/>
          <p:cNvSpPr txBox="1"/>
          <p:nvPr/>
        </p:nvSpPr>
        <p:spPr>
          <a:xfrm>
            <a:off x="1210223" y="1901192"/>
            <a:ext cx="6269937" cy="1005026"/>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fr-FR" sz="6000" b="1" dirty="0">
                <a:solidFill>
                  <a:srgbClr val="3F3F3F"/>
                </a:solidFill>
                <a:latin typeface="Century Gothic"/>
                <a:ea typeface="Century Gothic"/>
                <a:cs typeface="Century Gothic"/>
                <a:sym typeface="Century Gothic"/>
              </a:rPr>
              <a:t>REMERCIEMENTS</a:t>
            </a:r>
            <a:endParaRPr sz="6600" b="1" dirty="0">
              <a:solidFill>
                <a:srgbClr val="3F3F3F"/>
              </a:solidFill>
              <a:latin typeface="Century Gothic"/>
              <a:ea typeface="Century Gothic"/>
              <a:cs typeface="Century Gothic"/>
              <a:sym typeface="Century Gothic"/>
            </a:endParaRPr>
          </a:p>
        </p:txBody>
      </p:sp>
      <p:sp>
        <p:nvSpPr>
          <p:cNvPr id="1048702" name="Google Shape;752;p39"/>
          <p:cNvSpPr/>
          <p:nvPr/>
        </p:nvSpPr>
        <p:spPr>
          <a:xfrm rot="10800000" flipH="1">
            <a:off x="5304928" y="4188080"/>
            <a:ext cx="227088" cy="227088"/>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nvGrpSpPr>
          <p:cNvPr id="69" name="Google Shape;754;p39"/>
          <p:cNvGrpSpPr/>
          <p:nvPr/>
        </p:nvGrpSpPr>
        <p:grpSpPr>
          <a:xfrm>
            <a:off x="-949778" y="3057525"/>
            <a:ext cx="3124200" cy="3124200"/>
            <a:chOff x="-1266371" y="4076700"/>
            <a:chExt cx="4165600" cy="4165600"/>
          </a:xfrm>
        </p:grpSpPr>
        <p:sp>
          <p:nvSpPr>
            <p:cNvPr id="1048703" name="Google Shape;755;p39"/>
            <p:cNvSpPr/>
            <p:nvPr/>
          </p:nvSpPr>
          <p:spPr>
            <a:xfrm>
              <a:off x="-1025071" y="4318000"/>
              <a:ext cx="3683000" cy="3683000"/>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grpSp>
          <p:nvGrpSpPr>
            <p:cNvPr id="70" name="Google Shape;756;p39"/>
            <p:cNvGrpSpPr/>
            <p:nvPr/>
          </p:nvGrpSpPr>
          <p:grpSpPr>
            <a:xfrm>
              <a:off x="-1266371" y="4076700"/>
              <a:ext cx="4165600" cy="4165600"/>
              <a:chOff x="-1266371" y="4076700"/>
              <a:chExt cx="4165600" cy="4165600"/>
            </a:xfrm>
          </p:grpSpPr>
          <p:sp>
            <p:nvSpPr>
              <p:cNvPr id="1048704" name="Google Shape;757;p39"/>
              <p:cNvSpPr/>
              <p:nvPr/>
            </p:nvSpPr>
            <p:spPr>
              <a:xfrm>
                <a:off x="2697616" y="5348316"/>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705" name="Google Shape;758;p39"/>
              <p:cNvSpPr/>
              <p:nvPr/>
            </p:nvSpPr>
            <p:spPr>
              <a:xfrm>
                <a:off x="-1266371" y="4076700"/>
                <a:ext cx="4165600" cy="4165600"/>
              </a:xfrm>
              <a:prstGeom prst="ellipse">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1048706" name="Google Shape;759;p39"/>
              <p:cNvSpPr/>
              <p:nvPr/>
            </p:nvSpPr>
            <p:spPr>
              <a:xfrm>
                <a:off x="-920228" y="7346082"/>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grpSp>
      <p:grpSp>
        <p:nvGrpSpPr>
          <p:cNvPr id="71" name="Google Shape;760;p39"/>
          <p:cNvGrpSpPr/>
          <p:nvPr/>
        </p:nvGrpSpPr>
        <p:grpSpPr>
          <a:xfrm>
            <a:off x="6843032" y="-1530568"/>
            <a:ext cx="4097111" cy="4162338"/>
            <a:chOff x="9124043" y="-2040757"/>
            <a:chExt cx="5462814" cy="5549784"/>
          </a:xfrm>
        </p:grpSpPr>
        <p:sp>
          <p:nvSpPr>
            <p:cNvPr id="1048707" name="Google Shape;761;p39"/>
            <p:cNvSpPr/>
            <p:nvPr/>
          </p:nvSpPr>
          <p:spPr>
            <a:xfrm>
              <a:off x="9471164" y="-1684282"/>
              <a:ext cx="4768572" cy="4768572"/>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grpSp>
          <p:nvGrpSpPr>
            <p:cNvPr id="72" name="Google Shape;762;p39"/>
            <p:cNvGrpSpPr/>
            <p:nvPr/>
          </p:nvGrpSpPr>
          <p:grpSpPr>
            <a:xfrm>
              <a:off x="9124043" y="-2040757"/>
              <a:ext cx="5462814" cy="5549784"/>
              <a:chOff x="9124043" y="-2040757"/>
              <a:chExt cx="5462814" cy="5549784"/>
            </a:xfrm>
          </p:grpSpPr>
          <p:sp>
            <p:nvSpPr>
              <p:cNvPr id="1048708" name="Google Shape;763;p39"/>
              <p:cNvSpPr/>
              <p:nvPr/>
            </p:nvSpPr>
            <p:spPr>
              <a:xfrm>
                <a:off x="11447915" y="3347102"/>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709" name="Google Shape;764;p39"/>
              <p:cNvSpPr/>
              <p:nvPr/>
            </p:nvSpPr>
            <p:spPr>
              <a:xfrm>
                <a:off x="9124043" y="-2040757"/>
                <a:ext cx="5462814" cy="5462814"/>
              </a:xfrm>
              <a:prstGeom prst="ellipse">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710" name="Google Shape;765;p39"/>
              <p:cNvSpPr/>
              <p:nvPr/>
            </p:nvSpPr>
            <p:spPr>
              <a:xfrm>
                <a:off x="12552815" y="-2009573"/>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grpSp>
      <p:sp>
        <p:nvSpPr>
          <p:cNvPr id="1048711" name="Google Shape;769;p39"/>
          <p:cNvSpPr/>
          <p:nvPr/>
        </p:nvSpPr>
        <p:spPr>
          <a:xfrm rot="10800000" flipH="1">
            <a:off x="6460565" y="991066"/>
            <a:ext cx="122126" cy="122126"/>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4000" fill="hold"/>
                                        <p:tgtEl>
                                          <p:spTgt spid="69"/>
                                        </p:tgtEl>
                                        <p:attrNameLst>
                                          <p:attrName>r</p:attrName>
                                        </p:attrNameLst>
                                      </p:cBhvr>
                                    </p:animRot>
                                  </p:childTnLst>
                                </p:cTn>
                              </p:par>
                              <p:par>
                                <p:cTn id="7" presetID="8" presetClass="emph" presetSubtype="0" fill="hold" nodeType="withEffect">
                                  <p:stCondLst>
                                    <p:cond delay="0"/>
                                  </p:stCondLst>
                                  <p:childTnLst>
                                    <p:animRot by="-21600000">
                                      <p:cBhvr>
                                        <p:cTn id="8" dur="4000" fill="hold"/>
                                        <p:tgtEl>
                                          <p:spTgt spid="71"/>
                                        </p:tgtEl>
                                        <p:attrNameLst>
                                          <p:attrName>r</p:attrName>
                                        </p:attrNameLst>
                                      </p:cBhvr>
                                    </p:animRot>
                                  </p:childTnLst>
                                </p:cTn>
                              </p:par>
                              <p:par>
                                <p:cTn id="9" presetID="23" presetClass="entr" presetSubtype="16" fill="hold" nodeType="withEffect">
                                  <p:stCondLst>
                                    <p:cond delay="0"/>
                                  </p:stCondLst>
                                  <p:childTnLst>
                                    <p:set>
                                      <p:cBhvr>
                                        <p:cTn id="10" dur="1" fill="hold">
                                          <p:stCondLst>
                                            <p:cond delay="0"/>
                                          </p:stCondLst>
                                        </p:cTn>
                                        <p:tgtEl>
                                          <p:spTgt spid="1048698"/>
                                        </p:tgtEl>
                                        <p:attrNameLst>
                                          <p:attrName>style.visibility</p:attrName>
                                        </p:attrNameLst>
                                      </p:cBhvr>
                                      <p:to>
                                        <p:strVal val="visible"/>
                                      </p:to>
                                    </p:set>
                                    <p:anim calcmode="lin" valueType="num">
                                      <p:cBhvr additive="base">
                                        <p:cTn id="11" dur="250"/>
                                        <p:tgtEl>
                                          <p:spTgt spid="1048698"/>
                                        </p:tgtEl>
                                        <p:attrNameLst>
                                          <p:attrName>ppt_w</p:attrName>
                                        </p:attrNameLst>
                                      </p:cBhvr>
                                      <p:tavLst>
                                        <p:tav tm="0">
                                          <p:val>
                                            <p:strVal val="0"/>
                                          </p:val>
                                        </p:tav>
                                        <p:tav tm="100000">
                                          <p:val>
                                            <p:strVal val="#ppt_w"/>
                                          </p:val>
                                        </p:tav>
                                      </p:tavLst>
                                    </p:anim>
                                    <p:anim calcmode="lin" valueType="num">
                                      <p:cBhvr additive="base">
                                        <p:cTn id="12" dur="250"/>
                                        <p:tgtEl>
                                          <p:spTgt spid="1048698"/>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250"/>
                                  </p:stCondLst>
                                  <p:childTnLst>
                                    <p:set>
                                      <p:cBhvr>
                                        <p:cTn id="14" dur="1" fill="hold">
                                          <p:stCondLst>
                                            <p:cond delay="0"/>
                                          </p:stCondLst>
                                        </p:cTn>
                                        <p:tgtEl>
                                          <p:spTgt spid="1048702"/>
                                        </p:tgtEl>
                                        <p:attrNameLst>
                                          <p:attrName>style.visibility</p:attrName>
                                        </p:attrNameLst>
                                      </p:cBhvr>
                                      <p:to>
                                        <p:strVal val="visible"/>
                                      </p:to>
                                    </p:set>
                                    <p:anim calcmode="lin" valueType="num">
                                      <p:cBhvr additive="base">
                                        <p:cTn id="15" dur="250"/>
                                        <p:tgtEl>
                                          <p:spTgt spid="1048702"/>
                                        </p:tgtEl>
                                        <p:attrNameLst>
                                          <p:attrName>ppt_w</p:attrName>
                                        </p:attrNameLst>
                                      </p:cBhvr>
                                      <p:tavLst>
                                        <p:tav tm="0">
                                          <p:val>
                                            <p:strVal val="0"/>
                                          </p:val>
                                        </p:tav>
                                        <p:tav tm="100000">
                                          <p:val>
                                            <p:strVal val="#ppt_w"/>
                                          </p:val>
                                        </p:tav>
                                      </p:tavLst>
                                    </p:anim>
                                    <p:anim calcmode="lin" valueType="num">
                                      <p:cBhvr additive="base">
                                        <p:cTn id="16" dur="250"/>
                                        <p:tgtEl>
                                          <p:spTgt spid="1048702"/>
                                        </p:tgtEl>
                                        <p:attrNameLst>
                                          <p:attrName>ppt_h</p:attrName>
                                        </p:attrNameLst>
                                      </p:cBhvr>
                                      <p:tavLst>
                                        <p:tav tm="0">
                                          <p:val>
                                            <p:strVal val="0"/>
                                          </p:val>
                                        </p:tav>
                                        <p:tav tm="100000">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1048711"/>
                                        </p:tgtEl>
                                        <p:attrNameLst>
                                          <p:attrName>style.visibility</p:attrName>
                                        </p:attrNameLst>
                                      </p:cBhvr>
                                      <p:to>
                                        <p:strVal val="visible"/>
                                      </p:to>
                                    </p:set>
                                    <p:anim calcmode="lin" valueType="num">
                                      <p:cBhvr additive="base">
                                        <p:cTn id="19" dur="250"/>
                                        <p:tgtEl>
                                          <p:spTgt spid="1048711"/>
                                        </p:tgtEl>
                                        <p:attrNameLst>
                                          <p:attrName>ppt_w</p:attrName>
                                        </p:attrNameLst>
                                      </p:cBhvr>
                                      <p:tavLst>
                                        <p:tav tm="0">
                                          <p:val>
                                            <p:strVal val="0"/>
                                          </p:val>
                                        </p:tav>
                                        <p:tav tm="100000">
                                          <p:val>
                                            <p:strVal val="#ppt_w"/>
                                          </p:val>
                                        </p:tav>
                                      </p:tavLst>
                                    </p:anim>
                                    <p:anim calcmode="lin" valueType="num">
                                      <p:cBhvr additive="base">
                                        <p:cTn id="20" dur="250"/>
                                        <p:tgtEl>
                                          <p:spTgt spid="1048711"/>
                                        </p:tgtEl>
                                        <p:attrNameLst>
                                          <p:attrName>ppt_h</p:attrName>
                                        </p:attrNameLst>
                                      </p:cBhvr>
                                      <p:tavLst>
                                        <p:tav tm="0">
                                          <p:val>
                                            <p:strVal val="0"/>
                                          </p:val>
                                        </p:tav>
                                        <p:tav tm="100000">
                                          <p:val>
                                            <p:strVal val="#ppt_h"/>
                                          </p:val>
                                        </p:tav>
                                      </p:tavLst>
                                    </p:anim>
                                  </p:childTnLst>
                                </p:cTn>
                              </p:par>
                              <p:par>
                                <p:cTn id="21" presetID="23" presetClass="entr" presetSubtype="16" fill="hold" nodeType="withEffect">
                                  <p:stCondLst>
                                    <p:cond delay="500"/>
                                  </p:stCondLst>
                                  <p:childTnLst>
                                    <p:set>
                                      <p:cBhvr>
                                        <p:cTn id="22" dur="1" fill="hold">
                                          <p:stCondLst>
                                            <p:cond delay="0"/>
                                          </p:stCondLst>
                                        </p:cTn>
                                        <p:tgtEl>
                                          <p:spTgt spid="1048699"/>
                                        </p:tgtEl>
                                        <p:attrNameLst>
                                          <p:attrName>style.visibility</p:attrName>
                                        </p:attrNameLst>
                                      </p:cBhvr>
                                      <p:to>
                                        <p:strVal val="visible"/>
                                      </p:to>
                                    </p:set>
                                    <p:anim calcmode="lin" valueType="num">
                                      <p:cBhvr additive="base">
                                        <p:cTn id="23" dur="250"/>
                                        <p:tgtEl>
                                          <p:spTgt spid="1048699"/>
                                        </p:tgtEl>
                                        <p:attrNameLst>
                                          <p:attrName>ppt_w</p:attrName>
                                        </p:attrNameLst>
                                      </p:cBhvr>
                                      <p:tavLst>
                                        <p:tav tm="0">
                                          <p:val>
                                            <p:strVal val="0"/>
                                          </p:val>
                                        </p:tav>
                                        <p:tav tm="100000">
                                          <p:val>
                                            <p:strVal val="#ppt_w"/>
                                          </p:val>
                                        </p:tav>
                                      </p:tavLst>
                                    </p:anim>
                                    <p:anim calcmode="lin" valueType="num">
                                      <p:cBhvr additive="base">
                                        <p:cTn id="24" dur="250"/>
                                        <p:tgtEl>
                                          <p:spTgt spid="1048699"/>
                                        </p:tgtEl>
                                        <p:attrNameLst>
                                          <p:attrName>ppt_h</p:attrName>
                                        </p:attrNameLst>
                                      </p:cBhvr>
                                      <p:tavLst>
                                        <p:tav tm="0">
                                          <p:val>
                                            <p:strVal val="0"/>
                                          </p:val>
                                        </p:tav>
                                        <p:tav tm="100000">
                                          <p:val>
                                            <p:strVal val="#ppt_h"/>
                                          </p:val>
                                        </p:tav>
                                      </p:tavLst>
                                    </p:anim>
                                  </p:childTnLst>
                                </p:cTn>
                              </p:par>
                              <p:par>
                                <p:cTn id="25" presetID="23" presetClass="entr" presetSubtype="16" fill="hold" nodeType="withEffect">
                                  <p:stCondLst>
                                    <p:cond delay="500"/>
                                  </p:stCondLst>
                                  <p:childTnLst>
                                    <p:set>
                                      <p:cBhvr>
                                        <p:cTn id="26" dur="1" fill="hold">
                                          <p:stCondLst>
                                            <p:cond delay="0"/>
                                          </p:stCondLst>
                                        </p:cTn>
                                        <p:tgtEl>
                                          <p:spTgt spid="1048700"/>
                                        </p:tgtEl>
                                        <p:attrNameLst>
                                          <p:attrName>style.visibility</p:attrName>
                                        </p:attrNameLst>
                                      </p:cBhvr>
                                      <p:to>
                                        <p:strVal val="visible"/>
                                      </p:to>
                                    </p:set>
                                    <p:anim calcmode="lin" valueType="num">
                                      <p:cBhvr additive="base">
                                        <p:cTn id="27" dur="250"/>
                                        <p:tgtEl>
                                          <p:spTgt spid="1048700"/>
                                        </p:tgtEl>
                                        <p:attrNameLst>
                                          <p:attrName>ppt_w</p:attrName>
                                        </p:attrNameLst>
                                      </p:cBhvr>
                                      <p:tavLst>
                                        <p:tav tm="0">
                                          <p:val>
                                            <p:strVal val="0"/>
                                          </p:val>
                                        </p:tav>
                                        <p:tav tm="100000">
                                          <p:val>
                                            <p:strVal val="#ppt_w"/>
                                          </p:val>
                                        </p:tav>
                                      </p:tavLst>
                                    </p:anim>
                                    <p:anim calcmode="lin" valueType="num">
                                      <p:cBhvr additive="base">
                                        <p:cTn id="28" dur="250"/>
                                        <p:tgtEl>
                                          <p:spTgt spid="1048700"/>
                                        </p:tgtEl>
                                        <p:attrNameLst>
                                          <p:attrName>ppt_h</p:attrName>
                                        </p:attrNameLst>
                                      </p:cBhvr>
                                      <p:tavLst>
                                        <p:tav tm="0">
                                          <p:val>
                                            <p:strVal val="0"/>
                                          </p:val>
                                        </p:tav>
                                        <p:tav tm="100000">
                                          <p:val>
                                            <p:strVal val="#ppt_h"/>
                                          </p:val>
                                        </p:tav>
                                      </p:tavLst>
                                    </p:anim>
                                  </p:childTnLst>
                                </p:cTn>
                              </p:par>
                              <p:par>
                                <p:cTn id="29" presetID="10" presetClass="entr" presetSubtype="0" fill="hold" nodeType="withEffect">
                                  <p:stCondLst>
                                    <p:cond delay="500"/>
                                  </p:stCondLst>
                                  <p:childTnLst>
                                    <p:set>
                                      <p:cBhvr>
                                        <p:cTn id="30" dur="1" fill="hold">
                                          <p:stCondLst>
                                            <p:cond delay="0"/>
                                          </p:stCondLst>
                                        </p:cTn>
                                        <p:tgtEl>
                                          <p:spTgt spid="1048701"/>
                                        </p:tgtEl>
                                        <p:attrNameLst>
                                          <p:attrName>style.visibility</p:attrName>
                                        </p:attrNameLst>
                                      </p:cBhvr>
                                      <p:to>
                                        <p:strVal val="visible"/>
                                      </p:to>
                                    </p:set>
                                    <p:animEffect transition="in" filter="fade">
                                      <p:cBhvr>
                                        <p:cTn id="31" dur="500"/>
                                        <p:tgtEl>
                                          <p:spTgt spid="10487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048715" name="Google Shape;124;p15"/>
          <p:cNvSpPr/>
          <p:nvPr/>
        </p:nvSpPr>
        <p:spPr>
          <a:xfrm rot="-671048">
            <a:off x="5840639" y="-1833850"/>
            <a:ext cx="3576429" cy="3576429"/>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nvGrpSpPr>
          <p:cNvPr id="76" name="Google Shape;125;p15"/>
          <p:cNvGrpSpPr/>
          <p:nvPr/>
        </p:nvGrpSpPr>
        <p:grpSpPr>
          <a:xfrm rot="-671048">
            <a:off x="5580298" y="-2126804"/>
            <a:ext cx="4097111" cy="4162338"/>
            <a:chOff x="9124043" y="-2040757"/>
            <a:chExt cx="5462814" cy="5549784"/>
          </a:xfrm>
        </p:grpSpPr>
        <p:sp>
          <p:nvSpPr>
            <p:cNvPr id="1048716" name="Google Shape;126;p15"/>
            <p:cNvSpPr/>
            <p:nvPr/>
          </p:nvSpPr>
          <p:spPr>
            <a:xfrm>
              <a:off x="11447915" y="3347102"/>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717" name="Google Shape;127;p15"/>
            <p:cNvSpPr/>
            <p:nvPr/>
          </p:nvSpPr>
          <p:spPr>
            <a:xfrm>
              <a:off x="9124043" y="-2040757"/>
              <a:ext cx="5462814" cy="5462814"/>
            </a:xfrm>
            <a:prstGeom prst="ellipse">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718" name="Google Shape;128;p15"/>
            <p:cNvSpPr/>
            <p:nvPr/>
          </p:nvSpPr>
          <p:spPr>
            <a:xfrm>
              <a:off x="12552815" y="-2009573"/>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sp>
        <p:nvSpPr>
          <p:cNvPr id="1048719" name="Google Shape;129;p15"/>
          <p:cNvSpPr txBox="1"/>
          <p:nvPr/>
        </p:nvSpPr>
        <p:spPr>
          <a:xfrm>
            <a:off x="6040582" y="288034"/>
            <a:ext cx="2869532" cy="684803"/>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fr-FR" sz="4000" b="1" dirty="0">
                <a:solidFill>
                  <a:schemeClr val="lt1"/>
                </a:solidFill>
                <a:latin typeface="Century Gothic"/>
                <a:ea typeface="Century Gothic"/>
                <a:cs typeface="Century Gothic"/>
                <a:sym typeface="Century Gothic"/>
              </a:rPr>
              <a:t>Plan</a:t>
            </a:r>
            <a:endParaRPr sz="4000" b="1" dirty="0">
              <a:solidFill>
                <a:schemeClr val="lt1"/>
              </a:solidFill>
              <a:latin typeface="Century Gothic"/>
              <a:ea typeface="Century Gothic"/>
              <a:cs typeface="Century Gothic"/>
              <a:sym typeface="Century Gothic"/>
            </a:endParaRPr>
          </a:p>
        </p:txBody>
      </p:sp>
      <p:grpSp>
        <p:nvGrpSpPr>
          <p:cNvPr id="77" name="Google Shape;130;p15"/>
          <p:cNvGrpSpPr/>
          <p:nvPr/>
        </p:nvGrpSpPr>
        <p:grpSpPr>
          <a:xfrm>
            <a:off x="869705" y="262406"/>
            <a:ext cx="405207" cy="410672"/>
            <a:chOff x="1167138" y="3245140"/>
            <a:chExt cx="722086" cy="722086"/>
          </a:xfrm>
        </p:grpSpPr>
        <p:sp>
          <p:nvSpPr>
            <p:cNvPr id="1048720" name="Google Shape;131;p15"/>
            <p:cNvSpPr txBox="1"/>
            <p:nvPr/>
          </p:nvSpPr>
          <p:spPr>
            <a:xfrm>
              <a:off x="1221393" y="3321416"/>
              <a:ext cx="576927" cy="615553"/>
            </a:xfrm>
            <a:prstGeom prst="rect">
              <a:avLst/>
            </a:prstGeom>
            <a:noFill/>
            <a:ln>
              <a:solidFill>
                <a:schemeClr val="bg1"/>
              </a:solidFill>
            </a:ln>
          </p:spPr>
          <p:txBody>
            <a:bodyPr spcFirstLastPara="1" wrap="square" lIns="91425" tIns="45700" rIns="91425" bIns="45700" anchor="t" anchorCtr="0">
              <a:noAutofit/>
            </a:bodyPr>
            <a:lstStyle/>
            <a:p>
              <a:pPr marL="0" marR="0" lvl="0" indent="0" algn="just" rtl="0">
                <a:spcBef>
                  <a:spcPts val="0"/>
                </a:spcBef>
                <a:spcAft>
                  <a:spcPts val="0"/>
                </a:spcAft>
                <a:buNone/>
              </a:pPr>
              <a:r>
                <a:rPr lang="fr-FR" sz="1800" dirty="0">
                  <a:solidFill>
                    <a:srgbClr val="002060"/>
                  </a:solidFill>
                  <a:latin typeface="Century Gothic"/>
                  <a:ea typeface="Century Gothic"/>
                  <a:cs typeface="Century Gothic"/>
                  <a:sym typeface="Century Gothic"/>
                </a:rPr>
                <a:t>1</a:t>
              </a:r>
              <a:endParaRPr sz="1800" dirty="0">
                <a:solidFill>
                  <a:srgbClr val="002060"/>
                </a:solidFill>
                <a:latin typeface="Century Gothic"/>
                <a:ea typeface="Century Gothic"/>
                <a:cs typeface="Century Gothic"/>
                <a:sym typeface="Century Gothic"/>
              </a:endParaRPr>
            </a:p>
          </p:txBody>
        </p:sp>
        <p:sp>
          <p:nvSpPr>
            <p:cNvPr id="1048721" name="Google Shape;132;p15"/>
            <p:cNvSpPr/>
            <p:nvPr/>
          </p:nvSpPr>
          <p:spPr>
            <a:xfrm>
              <a:off x="1167138" y="3245140"/>
              <a:ext cx="722086" cy="722086"/>
            </a:xfrm>
            <a:prstGeom prst="ellipse">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722" name="Google Shape;133;p15"/>
            <p:cNvSpPr/>
            <p:nvPr/>
          </p:nvSpPr>
          <p:spPr>
            <a:xfrm rot="10800000" flipH="1">
              <a:off x="1733818" y="3800456"/>
              <a:ext cx="129004" cy="129004"/>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sp>
        <p:nvSpPr>
          <p:cNvPr id="1048723" name="Google Shape;134;p15"/>
          <p:cNvSpPr txBox="1"/>
          <p:nvPr/>
        </p:nvSpPr>
        <p:spPr>
          <a:xfrm>
            <a:off x="1539618" y="1642553"/>
            <a:ext cx="4247386" cy="561692"/>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fr-FR" sz="2000" b="1" dirty="0">
                <a:solidFill>
                  <a:srgbClr val="002060"/>
                </a:solidFill>
                <a:latin typeface="Century Gothic"/>
                <a:ea typeface="Century Gothic"/>
                <a:cs typeface="Century Gothic"/>
                <a:sym typeface="Century Gothic"/>
              </a:rPr>
              <a:t>Analyse et Critique de l’existant</a:t>
            </a:r>
            <a:endParaRPr sz="2000" b="1" dirty="0">
              <a:solidFill>
                <a:srgbClr val="002060"/>
              </a:solidFill>
              <a:latin typeface="Century Gothic"/>
              <a:ea typeface="Century Gothic"/>
              <a:cs typeface="Century Gothic"/>
              <a:sym typeface="Century Gothic"/>
            </a:endParaRPr>
          </a:p>
        </p:txBody>
      </p:sp>
      <p:sp>
        <p:nvSpPr>
          <p:cNvPr id="1048724" name="Google Shape;139;p15"/>
          <p:cNvSpPr txBox="1"/>
          <p:nvPr/>
        </p:nvSpPr>
        <p:spPr>
          <a:xfrm>
            <a:off x="1486650" y="972837"/>
            <a:ext cx="4813990" cy="561692"/>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fr-FR" sz="2000" b="1" dirty="0">
                <a:solidFill>
                  <a:srgbClr val="002060"/>
                </a:solidFill>
                <a:latin typeface="Century Gothic"/>
                <a:ea typeface="Century Gothic"/>
                <a:cs typeface="Century Gothic"/>
                <a:sym typeface="Century Gothic"/>
              </a:rPr>
              <a:t>Description du projet</a:t>
            </a:r>
            <a:endParaRPr sz="2000" b="1" dirty="0">
              <a:solidFill>
                <a:srgbClr val="002060"/>
              </a:solidFill>
              <a:latin typeface="Century Gothic"/>
              <a:ea typeface="Century Gothic"/>
              <a:cs typeface="Century Gothic"/>
              <a:sym typeface="Century Gothic"/>
            </a:endParaRPr>
          </a:p>
        </p:txBody>
      </p:sp>
      <p:sp>
        <p:nvSpPr>
          <p:cNvPr id="1048725" name="Google Shape;144;p15"/>
          <p:cNvSpPr txBox="1"/>
          <p:nvPr/>
        </p:nvSpPr>
        <p:spPr>
          <a:xfrm>
            <a:off x="1486650" y="3328389"/>
            <a:ext cx="3124199" cy="561692"/>
          </a:xfrm>
          <a:prstGeom prst="rect">
            <a:avLst/>
          </a:prstGeom>
          <a:noFill/>
          <a:ln>
            <a:noFill/>
          </a:ln>
        </p:spPr>
        <p:txBody>
          <a:bodyPr spcFirstLastPara="1" wrap="square" lIns="68575" tIns="34275" rIns="68575" bIns="34275" anchor="t" anchorCtr="0">
            <a:noAutofit/>
          </a:bodyPr>
          <a:lstStyle/>
          <a:p>
            <a:pPr lvl="0"/>
            <a:r>
              <a:rPr lang="fr-FR" sz="2000" b="1" dirty="0">
                <a:solidFill>
                  <a:srgbClr val="002060"/>
                </a:solidFill>
                <a:latin typeface="Century Gothic" panose="020B0502020202020204" pitchFamily="34" charset="0"/>
              </a:rPr>
              <a:t>Choix d’outils</a:t>
            </a:r>
            <a:endParaRPr sz="2000" b="1" dirty="0">
              <a:solidFill>
                <a:srgbClr val="002060"/>
              </a:solidFill>
              <a:latin typeface="Century Gothic"/>
              <a:ea typeface="Century Gothic"/>
              <a:cs typeface="Century Gothic"/>
              <a:sym typeface="Century Gothic"/>
            </a:endParaRPr>
          </a:p>
        </p:txBody>
      </p:sp>
      <p:grpSp>
        <p:nvGrpSpPr>
          <p:cNvPr id="78" name="Google Shape;150;p15"/>
          <p:cNvGrpSpPr/>
          <p:nvPr/>
        </p:nvGrpSpPr>
        <p:grpSpPr>
          <a:xfrm>
            <a:off x="7247802" y="3581400"/>
            <a:ext cx="3124200" cy="3124200"/>
            <a:chOff x="-1266371" y="4076700"/>
            <a:chExt cx="4165600" cy="4165600"/>
          </a:xfrm>
        </p:grpSpPr>
        <p:sp>
          <p:nvSpPr>
            <p:cNvPr id="1048726" name="Google Shape;151;p15"/>
            <p:cNvSpPr/>
            <p:nvPr/>
          </p:nvSpPr>
          <p:spPr>
            <a:xfrm>
              <a:off x="-1025071" y="4318000"/>
              <a:ext cx="3683000" cy="3683000"/>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grpSp>
          <p:nvGrpSpPr>
            <p:cNvPr id="79" name="Google Shape;152;p15"/>
            <p:cNvGrpSpPr/>
            <p:nvPr/>
          </p:nvGrpSpPr>
          <p:grpSpPr>
            <a:xfrm>
              <a:off x="-1266371" y="4076700"/>
              <a:ext cx="4165600" cy="4165600"/>
              <a:chOff x="-1266371" y="4076700"/>
              <a:chExt cx="4165600" cy="4165600"/>
            </a:xfrm>
          </p:grpSpPr>
          <p:sp>
            <p:nvSpPr>
              <p:cNvPr id="1048727" name="Google Shape;153;p15"/>
              <p:cNvSpPr/>
              <p:nvPr/>
            </p:nvSpPr>
            <p:spPr>
              <a:xfrm>
                <a:off x="2697616" y="5348316"/>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1048728" name="Google Shape;154;p15"/>
              <p:cNvSpPr/>
              <p:nvPr/>
            </p:nvSpPr>
            <p:spPr>
              <a:xfrm>
                <a:off x="-1266371" y="4076700"/>
                <a:ext cx="4165600" cy="4165600"/>
              </a:xfrm>
              <a:prstGeom prst="ellipse">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1048729" name="Google Shape;155;p15"/>
              <p:cNvSpPr/>
              <p:nvPr/>
            </p:nvSpPr>
            <p:spPr>
              <a:xfrm>
                <a:off x="-920228" y="7346082"/>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grpSp>
      </p:grpSp>
      <p:sp>
        <p:nvSpPr>
          <p:cNvPr id="1048730" name="ZoneTexte 7"/>
          <p:cNvSpPr txBox="1"/>
          <p:nvPr/>
        </p:nvSpPr>
        <p:spPr>
          <a:xfrm>
            <a:off x="1486650" y="2752236"/>
            <a:ext cx="3124199" cy="400110"/>
          </a:xfrm>
          <a:prstGeom prst="rect">
            <a:avLst/>
          </a:prstGeom>
          <a:noFill/>
        </p:spPr>
        <p:txBody>
          <a:bodyPr wrap="square" rtlCol="0">
            <a:spAutoFit/>
          </a:bodyPr>
          <a:lstStyle/>
          <a:p>
            <a:r>
              <a:rPr lang="fr-FR" sz="2000" b="1" dirty="0">
                <a:solidFill>
                  <a:srgbClr val="002060"/>
                </a:solidFill>
                <a:latin typeface="Century Gothic"/>
                <a:ea typeface="Century Gothic"/>
                <a:cs typeface="Century Gothic"/>
                <a:sym typeface="Century Gothic"/>
              </a:rPr>
              <a:t>Solutions proposées</a:t>
            </a:r>
            <a:endParaRPr lang="fr-FR" sz="2000" b="1" dirty="0">
              <a:solidFill>
                <a:srgbClr val="002060"/>
              </a:solidFill>
              <a:latin typeface="Century Gothic" panose="020B0502020202020204" pitchFamily="34" charset="0"/>
            </a:endParaRPr>
          </a:p>
        </p:txBody>
      </p:sp>
      <p:sp>
        <p:nvSpPr>
          <p:cNvPr id="1048731" name="ZoneTexte 8"/>
          <p:cNvSpPr txBox="1"/>
          <p:nvPr/>
        </p:nvSpPr>
        <p:spPr>
          <a:xfrm>
            <a:off x="1429316" y="3910367"/>
            <a:ext cx="2778431" cy="400110"/>
          </a:xfrm>
          <a:prstGeom prst="rect">
            <a:avLst/>
          </a:prstGeom>
          <a:noFill/>
        </p:spPr>
        <p:txBody>
          <a:bodyPr wrap="square" rtlCol="0">
            <a:spAutoFit/>
          </a:bodyPr>
          <a:lstStyle/>
          <a:p>
            <a:r>
              <a:rPr lang="fr-FR" sz="2000" b="1" dirty="0">
                <a:solidFill>
                  <a:srgbClr val="002060"/>
                </a:solidFill>
                <a:latin typeface="Century Gothic" panose="020B0502020202020204" pitchFamily="34" charset="0"/>
              </a:rPr>
              <a:t>Démonstration </a:t>
            </a:r>
          </a:p>
        </p:txBody>
      </p:sp>
      <p:sp>
        <p:nvSpPr>
          <p:cNvPr id="1048732" name="ZoneTexte 6"/>
          <p:cNvSpPr txBox="1"/>
          <p:nvPr/>
        </p:nvSpPr>
        <p:spPr>
          <a:xfrm>
            <a:off x="1429317" y="4520714"/>
            <a:ext cx="2778431" cy="400110"/>
          </a:xfrm>
          <a:prstGeom prst="rect">
            <a:avLst/>
          </a:prstGeom>
          <a:noFill/>
        </p:spPr>
        <p:txBody>
          <a:bodyPr wrap="square" rtlCol="0">
            <a:spAutoFit/>
          </a:bodyPr>
          <a:lstStyle/>
          <a:p>
            <a:r>
              <a:rPr lang="fr-FR" sz="2000" b="1" dirty="0">
                <a:solidFill>
                  <a:srgbClr val="002060"/>
                </a:solidFill>
                <a:latin typeface="Century Gothic" panose="020B0502020202020204" pitchFamily="34" charset="0"/>
              </a:rPr>
              <a:t>Conclusion</a:t>
            </a:r>
          </a:p>
        </p:txBody>
      </p:sp>
      <p:pic>
        <p:nvPicPr>
          <p:cNvPr id="2097162" name="Image 9"/>
          <p:cNvPicPr>
            <a:picLocks noChangeAspect="1"/>
          </p:cNvPicPr>
          <p:nvPr/>
        </p:nvPicPr>
        <p:blipFill>
          <a:blip r:embed="rId3"/>
          <a:stretch>
            <a:fillRect/>
          </a:stretch>
        </p:blipFill>
        <p:spPr>
          <a:xfrm>
            <a:off x="833193" y="844062"/>
            <a:ext cx="432854" cy="512108"/>
          </a:xfrm>
          <a:prstGeom prst="rect">
            <a:avLst/>
          </a:prstGeom>
        </p:spPr>
      </p:pic>
      <p:pic>
        <p:nvPicPr>
          <p:cNvPr id="2097163" name="Image 10"/>
          <p:cNvPicPr>
            <a:picLocks noChangeAspect="1"/>
          </p:cNvPicPr>
          <p:nvPr/>
        </p:nvPicPr>
        <p:blipFill>
          <a:blip r:embed="rId4"/>
          <a:stretch>
            <a:fillRect/>
          </a:stretch>
        </p:blipFill>
        <p:spPr>
          <a:xfrm>
            <a:off x="833193" y="1453565"/>
            <a:ext cx="474265" cy="583795"/>
          </a:xfrm>
          <a:prstGeom prst="rect">
            <a:avLst/>
          </a:prstGeom>
        </p:spPr>
      </p:pic>
      <p:pic>
        <p:nvPicPr>
          <p:cNvPr id="2097164" name="Image 11"/>
          <p:cNvPicPr>
            <a:picLocks noChangeAspect="1"/>
          </p:cNvPicPr>
          <p:nvPr/>
        </p:nvPicPr>
        <p:blipFill>
          <a:blip r:embed="rId5"/>
          <a:stretch>
            <a:fillRect/>
          </a:stretch>
        </p:blipFill>
        <p:spPr>
          <a:xfrm>
            <a:off x="848936" y="2104190"/>
            <a:ext cx="448597" cy="530734"/>
          </a:xfrm>
          <a:prstGeom prst="rect">
            <a:avLst/>
          </a:prstGeom>
        </p:spPr>
      </p:pic>
      <p:pic>
        <p:nvPicPr>
          <p:cNvPr id="2097165" name="Image 12"/>
          <p:cNvPicPr>
            <a:picLocks noChangeAspect="1"/>
          </p:cNvPicPr>
          <p:nvPr/>
        </p:nvPicPr>
        <p:blipFill>
          <a:blip r:embed="rId6"/>
          <a:stretch>
            <a:fillRect/>
          </a:stretch>
        </p:blipFill>
        <p:spPr>
          <a:xfrm>
            <a:off x="848936" y="2735265"/>
            <a:ext cx="432854" cy="512108"/>
          </a:xfrm>
          <a:prstGeom prst="rect">
            <a:avLst/>
          </a:prstGeom>
        </p:spPr>
      </p:pic>
      <p:pic>
        <p:nvPicPr>
          <p:cNvPr id="2097166" name="Image 13"/>
          <p:cNvPicPr>
            <a:picLocks noChangeAspect="1"/>
          </p:cNvPicPr>
          <p:nvPr/>
        </p:nvPicPr>
        <p:blipFill>
          <a:blip r:embed="rId7"/>
          <a:stretch>
            <a:fillRect/>
          </a:stretch>
        </p:blipFill>
        <p:spPr>
          <a:xfrm>
            <a:off x="844819" y="3321765"/>
            <a:ext cx="432854" cy="512108"/>
          </a:xfrm>
          <a:prstGeom prst="rect">
            <a:avLst/>
          </a:prstGeom>
        </p:spPr>
      </p:pic>
      <p:pic>
        <p:nvPicPr>
          <p:cNvPr id="2097167" name="Image 14"/>
          <p:cNvPicPr>
            <a:picLocks noChangeAspect="1"/>
          </p:cNvPicPr>
          <p:nvPr/>
        </p:nvPicPr>
        <p:blipFill>
          <a:blip r:embed="rId8"/>
          <a:stretch>
            <a:fillRect/>
          </a:stretch>
        </p:blipFill>
        <p:spPr>
          <a:xfrm>
            <a:off x="848936" y="3908265"/>
            <a:ext cx="432854" cy="512108"/>
          </a:xfrm>
          <a:prstGeom prst="rect">
            <a:avLst/>
          </a:prstGeom>
        </p:spPr>
      </p:pic>
      <p:pic>
        <p:nvPicPr>
          <p:cNvPr id="2097168" name="Image 15"/>
          <p:cNvPicPr>
            <a:picLocks noChangeAspect="1"/>
          </p:cNvPicPr>
          <p:nvPr/>
        </p:nvPicPr>
        <p:blipFill>
          <a:blip r:embed="rId9"/>
          <a:stretch>
            <a:fillRect/>
          </a:stretch>
        </p:blipFill>
        <p:spPr>
          <a:xfrm>
            <a:off x="874604" y="4520714"/>
            <a:ext cx="432854" cy="512108"/>
          </a:xfrm>
          <a:prstGeom prst="rect">
            <a:avLst/>
          </a:prstGeom>
        </p:spPr>
      </p:pic>
      <p:pic>
        <p:nvPicPr>
          <p:cNvPr id="2097169" name="Image 16"/>
          <p:cNvPicPr>
            <a:picLocks noChangeAspect="1"/>
          </p:cNvPicPr>
          <p:nvPr/>
        </p:nvPicPr>
        <p:blipFill>
          <a:blip r:embed="rId10"/>
          <a:stretch>
            <a:fillRect/>
          </a:stretch>
        </p:blipFill>
        <p:spPr>
          <a:xfrm>
            <a:off x="1431385" y="245183"/>
            <a:ext cx="4334632" cy="609653"/>
          </a:xfrm>
          <a:prstGeom prst="rect">
            <a:avLst/>
          </a:prstGeom>
        </p:spPr>
      </p:pic>
      <p:pic>
        <p:nvPicPr>
          <p:cNvPr id="2097170" name="Image 17"/>
          <p:cNvPicPr>
            <a:picLocks noChangeAspect="1"/>
          </p:cNvPicPr>
          <p:nvPr/>
        </p:nvPicPr>
        <p:blipFill>
          <a:blip r:embed="rId11"/>
          <a:stretch>
            <a:fillRect/>
          </a:stretch>
        </p:blipFill>
        <p:spPr>
          <a:xfrm>
            <a:off x="1477664" y="2161490"/>
            <a:ext cx="4901609" cy="60965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5000" fill="hold"/>
                                        <p:tgtEl>
                                          <p:spTgt spid="76"/>
                                        </p:tgtEl>
                                        <p:attrNameLst>
                                          <p:attrName>r</p:attrName>
                                        </p:attrNameLst>
                                      </p:cBhvr>
                                    </p:animRot>
                                  </p:childTnLst>
                                </p:cTn>
                              </p:par>
                              <p:par>
                                <p:cTn id="7" presetID="8" presetClass="emph" presetSubtype="0" fill="hold" nodeType="withEffect">
                                  <p:stCondLst>
                                    <p:cond delay="0"/>
                                  </p:stCondLst>
                                  <p:childTnLst>
                                    <p:animRot by="-21600000">
                                      <p:cBhvr>
                                        <p:cTn id="8" dur="4000" fill="hold"/>
                                        <p:tgtEl>
                                          <p:spTgt spid="78"/>
                                        </p:tgtEl>
                                        <p:attrNameLst>
                                          <p:attrName>r</p:attrName>
                                        </p:attrNameLst>
                                      </p:cBhvr>
                                    </p:animRo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7"/>
                                        </p:tgtEl>
                                        <p:attrNameLst>
                                          <p:attrName>style.visibility</p:attrName>
                                        </p:attrNameLst>
                                      </p:cBhvr>
                                      <p:to>
                                        <p:strVal val="visible"/>
                                      </p:to>
                                    </p:set>
                                    <p:anim calcmode="lin" valueType="num">
                                      <p:cBhvr additive="base">
                                        <p:cTn id="13" dur="500" fill="hold"/>
                                        <p:tgtEl>
                                          <p:spTgt spid="77"/>
                                        </p:tgtEl>
                                        <p:attrNameLst>
                                          <p:attrName>ppt_x</p:attrName>
                                        </p:attrNameLst>
                                      </p:cBhvr>
                                      <p:tavLst>
                                        <p:tav tm="0">
                                          <p:val>
                                            <p:strVal val="#ppt_x"/>
                                          </p:val>
                                        </p:tav>
                                        <p:tav tm="100000">
                                          <p:val>
                                            <p:strVal val="#ppt_x"/>
                                          </p:val>
                                        </p:tav>
                                      </p:tavLst>
                                    </p:anim>
                                    <p:anim calcmode="lin" valueType="num">
                                      <p:cBhvr additive="base">
                                        <p:cTn id="14" dur="500" fill="hold"/>
                                        <p:tgtEl>
                                          <p:spTgt spid="77"/>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097169"/>
                                        </p:tgtEl>
                                        <p:attrNameLst>
                                          <p:attrName>style.visibility</p:attrName>
                                        </p:attrNameLst>
                                      </p:cBhvr>
                                      <p:to>
                                        <p:strVal val="visible"/>
                                      </p:to>
                                    </p:set>
                                    <p:anim calcmode="lin" valueType="num">
                                      <p:cBhvr additive="base">
                                        <p:cTn id="17" dur="500" fill="hold"/>
                                        <p:tgtEl>
                                          <p:spTgt spid="2097169"/>
                                        </p:tgtEl>
                                        <p:attrNameLst>
                                          <p:attrName>ppt_x</p:attrName>
                                        </p:attrNameLst>
                                      </p:cBhvr>
                                      <p:tavLst>
                                        <p:tav tm="0">
                                          <p:val>
                                            <p:strVal val="#ppt_x"/>
                                          </p:val>
                                        </p:tav>
                                        <p:tav tm="100000">
                                          <p:val>
                                            <p:strVal val="#ppt_x"/>
                                          </p:val>
                                        </p:tav>
                                      </p:tavLst>
                                    </p:anim>
                                    <p:anim calcmode="lin" valueType="num">
                                      <p:cBhvr additive="base">
                                        <p:cTn id="18" dur="500" fill="hold"/>
                                        <p:tgtEl>
                                          <p:spTgt spid="209716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048724"/>
                                        </p:tgtEl>
                                        <p:attrNameLst>
                                          <p:attrName>style.visibility</p:attrName>
                                        </p:attrNameLst>
                                      </p:cBhvr>
                                      <p:to>
                                        <p:strVal val="visible"/>
                                      </p:to>
                                    </p:set>
                                    <p:anim calcmode="lin" valueType="num">
                                      <p:cBhvr additive="base">
                                        <p:cTn id="23" dur="500" fill="hold"/>
                                        <p:tgtEl>
                                          <p:spTgt spid="1048724"/>
                                        </p:tgtEl>
                                        <p:attrNameLst>
                                          <p:attrName>ppt_x</p:attrName>
                                        </p:attrNameLst>
                                      </p:cBhvr>
                                      <p:tavLst>
                                        <p:tav tm="0">
                                          <p:val>
                                            <p:strVal val="#ppt_x"/>
                                          </p:val>
                                        </p:tav>
                                        <p:tav tm="100000">
                                          <p:val>
                                            <p:strVal val="#ppt_x"/>
                                          </p:val>
                                        </p:tav>
                                      </p:tavLst>
                                    </p:anim>
                                    <p:anim calcmode="lin" valueType="num">
                                      <p:cBhvr additive="base">
                                        <p:cTn id="24" dur="500" fill="hold"/>
                                        <p:tgtEl>
                                          <p:spTgt spid="1048724"/>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097162"/>
                                        </p:tgtEl>
                                        <p:attrNameLst>
                                          <p:attrName>style.visibility</p:attrName>
                                        </p:attrNameLst>
                                      </p:cBhvr>
                                      <p:to>
                                        <p:strVal val="visible"/>
                                      </p:to>
                                    </p:set>
                                    <p:anim calcmode="lin" valueType="num">
                                      <p:cBhvr additive="base">
                                        <p:cTn id="27" dur="500" fill="hold"/>
                                        <p:tgtEl>
                                          <p:spTgt spid="2097162"/>
                                        </p:tgtEl>
                                        <p:attrNameLst>
                                          <p:attrName>ppt_x</p:attrName>
                                        </p:attrNameLst>
                                      </p:cBhvr>
                                      <p:tavLst>
                                        <p:tav tm="0">
                                          <p:val>
                                            <p:strVal val="#ppt_x"/>
                                          </p:val>
                                        </p:tav>
                                        <p:tav tm="100000">
                                          <p:val>
                                            <p:strVal val="#ppt_x"/>
                                          </p:val>
                                        </p:tav>
                                      </p:tavLst>
                                    </p:anim>
                                    <p:anim calcmode="lin" valueType="num">
                                      <p:cBhvr additive="base">
                                        <p:cTn id="28" dur="500" fill="hold"/>
                                        <p:tgtEl>
                                          <p:spTgt spid="2097162"/>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048723"/>
                                        </p:tgtEl>
                                        <p:attrNameLst>
                                          <p:attrName>style.visibility</p:attrName>
                                        </p:attrNameLst>
                                      </p:cBhvr>
                                      <p:to>
                                        <p:strVal val="visible"/>
                                      </p:to>
                                    </p:set>
                                    <p:anim calcmode="lin" valueType="num">
                                      <p:cBhvr additive="base">
                                        <p:cTn id="33" dur="500" fill="hold"/>
                                        <p:tgtEl>
                                          <p:spTgt spid="1048723"/>
                                        </p:tgtEl>
                                        <p:attrNameLst>
                                          <p:attrName>ppt_x</p:attrName>
                                        </p:attrNameLst>
                                      </p:cBhvr>
                                      <p:tavLst>
                                        <p:tav tm="0">
                                          <p:val>
                                            <p:strVal val="#ppt_x"/>
                                          </p:val>
                                        </p:tav>
                                        <p:tav tm="100000">
                                          <p:val>
                                            <p:strVal val="#ppt_x"/>
                                          </p:val>
                                        </p:tav>
                                      </p:tavLst>
                                    </p:anim>
                                    <p:anim calcmode="lin" valueType="num">
                                      <p:cBhvr additive="base">
                                        <p:cTn id="34" dur="500" fill="hold"/>
                                        <p:tgtEl>
                                          <p:spTgt spid="1048723"/>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097163"/>
                                        </p:tgtEl>
                                        <p:attrNameLst>
                                          <p:attrName>style.visibility</p:attrName>
                                        </p:attrNameLst>
                                      </p:cBhvr>
                                      <p:to>
                                        <p:strVal val="visible"/>
                                      </p:to>
                                    </p:set>
                                    <p:anim calcmode="lin" valueType="num">
                                      <p:cBhvr additive="base">
                                        <p:cTn id="37" dur="500" fill="hold"/>
                                        <p:tgtEl>
                                          <p:spTgt spid="2097163"/>
                                        </p:tgtEl>
                                        <p:attrNameLst>
                                          <p:attrName>ppt_x</p:attrName>
                                        </p:attrNameLst>
                                      </p:cBhvr>
                                      <p:tavLst>
                                        <p:tav tm="0">
                                          <p:val>
                                            <p:strVal val="#ppt_x"/>
                                          </p:val>
                                        </p:tav>
                                        <p:tav tm="100000">
                                          <p:val>
                                            <p:strVal val="#ppt_x"/>
                                          </p:val>
                                        </p:tav>
                                      </p:tavLst>
                                    </p:anim>
                                    <p:anim calcmode="lin" valueType="num">
                                      <p:cBhvr additive="base">
                                        <p:cTn id="38" dur="500" fill="hold"/>
                                        <p:tgtEl>
                                          <p:spTgt spid="209716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097164"/>
                                        </p:tgtEl>
                                        <p:attrNameLst>
                                          <p:attrName>style.visibility</p:attrName>
                                        </p:attrNameLst>
                                      </p:cBhvr>
                                      <p:to>
                                        <p:strVal val="visible"/>
                                      </p:to>
                                    </p:set>
                                    <p:anim calcmode="lin" valueType="num">
                                      <p:cBhvr additive="base">
                                        <p:cTn id="43" dur="500" fill="hold"/>
                                        <p:tgtEl>
                                          <p:spTgt spid="2097164"/>
                                        </p:tgtEl>
                                        <p:attrNameLst>
                                          <p:attrName>ppt_x</p:attrName>
                                        </p:attrNameLst>
                                      </p:cBhvr>
                                      <p:tavLst>
                                        <p:tav tm="0">
                                          <p:val>
                                            <p:strVal val="#ppt_x"/>
                                          </p:val>
                                        </p:tav>
                                        <p:tav tm="100000">
                                          <p:val>
                                            <p:strVal val="#ppt_x"/>
                                          </p:val>
                                        </p:tav>
                                      </p:tavLst>
                                    </p:anim>
                                    <p:anim calcmode="lin" valueType="num">
                                      <p:cBhvr additive="base">
                                        <p:cTn id="44" dur="500" fill="hold"/>
                                        <p:tgtEl>
                                          <p:spTgt spid="2097164"/>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2097170"/>
                                        </p:tgtEl>
                                        <p:attrNameLst>
                                          <p:attrName>style.visibility</p:attrName>
                                        </p:attrNameLst>
                                      </p:cBhvr>
                                      <p:to>
                                        <p:strVal val="visible"/>
                                      </p:to>
                                    </p:set>
                                    <p:anim calcmode="lin" valueType="num">
                                      <p:cBhvr additive="base">
                                        <p:cTn id="47" dur="500" fill="hold"/>
                                        <p:tgtEl>
                                          <p:spTgt spid="2097170"/>
                                        </p:tgtEl>
                                        <p:attrNameLst>
                                          <p:attrName>ppt_x</p:attrName>
                                        </p:attrNameLst>
                                      </p:cBhvr>
                                      <p:tavLst>
                                        <p:tav tm="0">
                                          <p:val>
                                            <p:strVal val="#ppt_x"/>
                                          </p:val>
                                        </p:tav>
                                        <p:tav tm="100000">
                                          <p:val>
                                            <p:strVal val="#ppt_x"/>
                                          </p:val>
                                        </p:tav>
                                      </p:tavLst>
                                    </p:anim>
                                    <p:anim calcmode="lin" valueType="num">
                                      <p:cBhvr additive="base">
                                        <p:cTn id="48" dur="500" fill="hold"/>
                                        <p:tgtEl>
                                          <p:spTgt spid="2097170"/>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048730"/>
                                        </p:tgtEl>
                                        <p:attrNameLst>
                                          <p:attrName>style.visibility</p:attrName>
                                        </p:attrNameLst>
                                      </p:cBhvr>
                                      <p:to>
                                        <p:strVal val="visible"/>
                                      </p:to>
                                    </p:set>
                                    <p:anim calcmode="lin" valueType="num">
                                      <p:cBhvr additive="base">
                                        <p:cTn id="53" dur="500" fill="hold"/>
                                        <p:tgtEl>
                                          <p:spTgt spid="1048730"/>
                                        </p:tgtEl>
                                        <p:attrNameLst>
                                          <p:attrName>ppt_x</p:attrName>
                                        </p:attrNameLst>
                                      </p:cBhvr>
                                      <p:tavLst>
                                        <p:tav tm="0">
                                          <p:val>
                                            <p:strVal val="#ppt_x"/>
                                          </p:val>
                                        </p:tav>
                                        <p:tav tm="100000">
                                          <p:val>
                                            <p:strVal val="#ppt_x"/>
                                          </p:val>
                                        </p:tav>
                                      </p:tavLst>
                                    </p:anim>
                                    <p:anim calcmode="lin" valueType="num">
                                      <p:cBhvr additive="base">
                                        <p:cTn id="54" dur="500" fill="hold"/>
                                        <p:tgtEl>
                                          <p:spTgt spid="1048730"/>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2097165"/>
                                        </p:tgtEl>
                                        <p:attrNameLst>
                                          <p:attrName>style.visibility</p:attrName>
                                        </p:attrNameLst>
                                      </p:cBhvr>
                                      <p:to>
                                        <p:strVal val="visible"/>
                                      </p:to>
                                    </p:set>
                                    <p:anim calcmode="lin" valueType="num">
                                      <p:cBhvr additive="base">
                                        <p:cTn id="57" dur="500" fill="hold"/>
                                        <p:tgtEl>
                                          <p:spTgt spid="2097165"/>
                                        </p:tgtEl>
                                        <p:attrNameLst>
                                          <p:attrName>ppt_x</p:attrName>
                                        </p:attrNameLst>
                                      </p:cBhvr>
                                      <p:tavLst>
                                        <p:tav tm="0">
                                          <p:val>
                                            <p:strVal val="#ppt_x"/>
                                          </p:val>
                                        </p:tav>
                                        <p:tav tm="100000">
                                          <p:val>
                                            <p:strVal val="#ppt_x"/>
                                          </p:val>
                                        </p:tav>
                                      </p:tavLst>
                                    </p:anim>
                                    <p:anim calcmode="lin" valueType="num">
                                      <p:cBhvr additive="base">
                                        <p:cTn id="58" dur="500" fill="hold"/>
                                        <p:tgtEl>
                                          <p:spTgt spid="2097165"/>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1048725"/>
                                        </p:tgtEl>
                                        <p:attrNameLst>
                                          <p:attrName>style.visibility</p:attrName>
                                        </p:attrNameLst>
                                      </p:cBhvr>
                                      <p:to>
                                        <p:strVal val="visible"/>
                                      </p:to>
                                    </p:set>
                                    <p:anim calcmode="lin" valueType="num">
                                      <p:cBhvr additive="base">
                                        <p:cTn id="63" dur="500" fill="hold"/>
                                        <p:tgtEl>
                                          <p:spTgt spid="1048725"/>
                                        </p:tgtEl>
                                        <p:attrNameLst>
                                          <p:attrName>ppt_x</p:attrName>
                                        </p:attrNameLst>
                                      </p:cBhvr>
                                      <p:tavLst>
                                        <p:tav tm="0">
                                          <p:val>
                                            <p:strVal val="#ppt_x"/>
                                          </p:val>
                                        </p:tav>
                                        <p:tav tm="100000">
                                          <p:val>
                                            <p:strVal val="#ppt_x"/>
                                          </p:val>
                                        </p:tav>
                                      </p:tavLst>
                                    </p:anim>
                                    <p:anim calcmode="lin" valueType="num">
                                      <p:cBhvr additive="base">
                                        <p:cTn id="64" dur="500" fill="hold"/>
                                        <p:tgtEl>
                                          <p:spTgt spid="1048725"/>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2097166"/>
                                        </p:tgtEl>
                                        <p:attrNameLst>
                                          <p:attrName>style.visibility</p:attrName>
                                        </p:attrNameLst>
                                      </p:cBhvr>
                                      <p:to>
                                        <p:strVal val="visible"/>
                                      </p:to>
                                    </p:set>
                                    <p:anim calcmode="lin" valueType="num">
                                      <p:cBhvr additive="base">
                                        <p:cTn id="67" dur="500" fill="hold"/>
                                        <p:tgtEl>
                                          <p:spTgt spid="2097166"/>
                                        </p:tgtEl>
                                        <p:attrNameLst>
                                          <p:attrName>ppt_x</p:attrName>
                                        </p:attrNameLst>
                                      </p:cBhvr>
                                      <p:tavLst>
                                        <p:tav tm="0">
                                          <p:val>
                                            <p:strVal val="#ppt_x"/>
                                          </p:val>
                                        </p:tav>
                                        <p:tav tm="100000">
                                          <p:val>
                                            <p:strVal val="#ppt_x"/>
                                          </p:val>
                                        </p:tav>
                                      </p:tavLst>
                                    </p:anim>
                                    <p:anim calcmode="lin" valueType="num">
                                      <p:cBhvr additive="base">
                                        <p:cTn id="68" dur="500" fill="hold"/>
                                        <p:tgtEl>
                                          <p:spTgt spid="2097166"/>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048731"/>
                                        </p:tgtEl>
                                        <p:attrNameLst>
                                          <p:attrName>style.visibility</p:attrName>
                                        </p:attrNameLst>
                                      </p:cBhvr>
                                      <p:to>
                                        <p:strVal val="visible"/>
                                      </p:to>
                                    </p:set>
                                    <p:anim calcmode="lin" valueType="num">
                                      <p:cBhvr additive="base">
                                        <p:cTn id="73" dur="500" fill="hold"/>
                                        <p:tgtEl>
                                          <p:spTgt spid="1048731"/>
                                        </p:tgtEl>
                                        <p:attrNameLst>
                                          <p:attrName>ppt_x</p:attrName>
                                        </p:attrNameLst>
                                      </p:cBhvr>
                                      <p:tavLst>
                                        <p:tav tm="0">
                                          <p:val>
                                            <p:strVal val="#ppt_x"/>
                                          </p:val>
                                        </p:tav>
                                        <p:tav tm="100000">
                                          <p:val>
                                            <p:strVal val="#ppt_x"/>
                                          </p:val>
                                        </p:tav>
                                      </p:tavLst>
                                    </p:anim>
                                    <p:anim calcmode="lin" valueType="num">
                                      <p:cBhvr additive="base">
                                        <p:cTn id="74" dur="500" fill="hold"/>
                                        <p:tgtEl>
                                          <p:spTgt spid="1048731"/>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2097167"/>
                                        </p:tgtEl>
                                        <p:attrNameLst>
                                          <p:attrName>style.visibility</p:attrName>
                                        </p:attrNameLst>
                                      </p:cBhvr>
                                      <p:to>
                                        <p:strVal val="visible"/>
                                      </p:to>
                                    </p:set>
                                    <p:anim calcmode="lin" valueType="num">
                                      <p:cBhvr additive="base">
                                        <p:cTn id="77" dur="500" fill="hold"/>
                                        <p:tgtEl>
                                          <p:spTgt spid="2097167"/>
                                        </p:tgtEl>
                                        <p:attrNameLst>
                                          <p:attrName>ppt_x</p:attrName>
                                        </p:attrNameLst>
                                      </p:cBhvr>
                                      <p:tavLst>
                                        <p:tav tm="0">
                                          <p:val>
                                            <p:strVal val="#ppt_x"/>
                                          </p:val>
                                        </p:tav>
                                        <p:tav tm="100000">
                                          <p:val>
                                            <p:strVal val="#ppt_x"/>
                                          </p:val>
                                        </p:tav>
                                      </p:tavLst>
                                    </p:anim>
                                    <p:anim calcmode="lin" valueType="num">
                                      <p:cBhvr additive="base">
                                        <p:cTn id="78" dur="500" fill="hold"/>
                                        <p:tgtEl>
                                          <p:spTgt spid="2097167"/>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1048732"/>
                                        </p:tgtEl>
                                        <p:attrNameLst>
                                          <p:attrName>style.visibility</p:attrName>
                                        </p:attrNameLst>
                                      </p:cBhvr>
                                      <p:to>
                                        <p:strVal val="visible"/>
                                      </p:to>
                                    </p:set>
                                    <p:anim calcmode="lin" valueType="num">
                                      <p:cBhvr additive="base">
                                        <p:cTn id="83" dur="500" fill="hold"/>
                                        <p:tgtEl>
                                          <p:spTgt spid="1048732"/>
                                        </p:tgtEl>
                                        <p:attrNameLst>
                                          <p:attrName>ppt_x</p:attrName>
                                        </p:attrNameLst>
                                      </p:cBhvr>
                                      <p:tavLst>
                                        <p:tav tm="0">
                                          <p:val>
                                            <p:strVal val="#ppt_x"/>
                                          </p:val>
                                        </p:tav>
                                        <p:tav tm="100000">
                                          <p:val>
                                            <p:strVal val="#ppt_x"/>
                                          </p:val>
                                        </p:tav>
                                      </p:tavLst>
                                    </p:anim>
                                    <p:anim calcmode="lin" valueType="num">
                                      <p:cBhvr additive="base">
                                        <p:cTn id="84" dur="500" fill="hold"/>
                                        <p:tgtEl>
                                          <p:spTgt spid="1048732"/>
                                        </p:tgtEl>
                                        <p:attrNameLst>
                                          <p:attrName>ppt_y</p:attrName>
                                        </p:attrNameLst>
                                      </p:cBhvr>
                                      <p:tavLst>
                                        <p:tav tm="0">
                                          <p:val>
                                            <p:strVal val="1+#ppt_h/2"/>
                                          </p:val>
                                        </p:tav>
                                        <p:tav tm="100000">
                                          <p:val>
                                            <p:strVal val="#ppt_y"/>
                                          </p:val>
                                        </p:tav>
                                      </p:tavLst>
                                    </p:anim>
                                  </p:childTnLst>
                                </p:cTn>
                              </p:par>
                              <p:par>
                                <p:cTn id="85" presetID="2" presetClass="entr" presetSubtype="4" fill="hold" nodeType="withEffect">
                                  <p:stCondLst>
                                    <p:cond delay="0"/>
                                  </p:stCondLst>
                                  <p:childTnLst>
                                    <p:set>
                                      <p:cBhvr>
                                        <p:cTn id="86" dur="1" fill="hold">
                                          <p:stCondLst>
                                            <p:cond delay="0"/>
                                          </p:stCondLst>
                                        </p:cTn>
                                        <p:tgtEl>
                                          <p:spTgt spid="2097168"/>
                                        </p:tgtEl>
                                        <p:attrNameLst>
                                          <p:attrName>style.visibility</p:attrName>
                                        </p:attrNameLst>
                                      </p:cBhvr>
                                      <p:to>
                                        <p:strVal val="visible"/>
                                      </p:to>
                                    </p:set>
                                    <p:anim calcmode="lin" valueType="num">
                                      <p:cBhvr additive="base">
                                        <p:cTn id="87" dur="500" fill="hold"/>
                                        <p:tgtEl>
                                          <p:spTgt spid="2097168"/>
                                        </p:tgtEl>
                                        <p:attrNameLst>
                                          <p:attrName>ppt_x</p:attrName>
                                        </p:attrNameLst>
                                      </p:cBhvr>
                                      <p:tavLst>
                                        <p:tav tm="0">
                                          <p:val>
                                            <p:strVal val="#ppt_x"/>
                                          </p:val>
                                        </p:tav>
                                        <p:tav tm="100000">
                                          <p:val>
                                            <p:strVal val="#ppt_x"/>
                                          </p:val>
                                        </p:tav>
                                      </p:tavLst>
                                    </p:anim>
                                    <p:anim calcmode="lin" valueType="num">
                                      <p:cBhvr additive="base">
                                        <p:cTn id="88" dur="500" fill="hold"/>
                                        <p:tgtEl>
                                          <p:spTgt spid="20971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23" grpId="0"/>
      <p:bldP spid="1048724" grpId="0"/>
      <p:bldP spid="1048725" grpId="0"/>
      <p:bldP spid="1048730" grpId="0"/>
      <p:bldP spid="1048731" grpId="0"/>
      <p:bldP spid="104873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048736" name="Google Shape;184;p17"/>
          <p:cNvSpPr/>
          <p:nvPr/>
        </p:nvSpPr>
        <p:spPr>
          <a:xfrm rot="10800000" flipH="1">
            <a:off x="466726" y="228401"/>
            <a:ext cx="496860" cy="496860"/>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737" name="Google Shape;185;p17"/>
          <p:cNvSpPr/>
          <p:nvPr/>
        </p:nvSpPr>
        <p:spPr>
          <a:xfrm rot="10800000" flipH="1">
            <a:off x="-248430" y="-268460"/>
            <a:ext cx="1058055" cy="1058055"/>
          </a:xfrm>
          <a:prstGeom prst="ellipse">
            <a:avLst/>
          </a:prstGeom>
          <a:noFill/>
          <a:ln w="12700" cap="flat" cmpd="sng">
            <a:solidFill>
              <a:srgbClr val="00206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738" name="Google Shape;186;p17"/>
          <p:cNvSpPr txBox="1"/>
          <p:nvPr/>
        </p:nvSpPr>
        <p:spPr>
          <a:xfrm>
            <a:off x="517512" y="303706"/>
            <a:ext cx="395287" cy="346249"/>
          </a:xfrm>
          <a:prstGeom prst="rect">
            <a:avLst/>
          </a:prstGeom>
          <a:solidFill>
            <a:srgbClr val="002060"/>
          </a:solidFill>
          <a:ln>
            <a:noFill/>
          </a:ln>
        </p:spPr>
        <p:txBody>
          <a:bodyPr spcFirstLastPara="1" wrap="square" lIns="68575" tIns="34275" rIns="68575" bIns="34275" anchor="t" anchorCtr="0">
            <a:noAutofit/>
          </a:bodyPr>
          <a:lstStyle/>
          <a:p>
            <a:pPr marL="0" marR="0" lvl="0" indent="0" algn="just" rtl="0">
              <a:spcBef>
                <a:spcPts val="0"/>
              </a:spcBef>
              <a:spcAft>
                <a:spcPts val="0"/>
              </a:spcAft>
              <a:buNone/>
            </a:pPr>
            <a:r>
              <a:rPr lang="fr-FR" sz="1800" dirty="0">
                <a:solidFill>
                  <a:schemeClr val="lt1"/>
                </a:solidFill>
                <a:latin typeface="Century Gothic"/>
                <a:ea typeface="Century Gothic"/>
                <a:cs typeface="Century Gothic"/>
                <a:sym typeface="Century Gothic"/>
              </a:rPr>
              <a:t>02</a:t>
            </a:r>
            <a:endParaRPr sz="1800" dirty="0">
              <a:solidFill>
                <a:schemeClr val="lt1"/>
              </a:solidFill>
              <a:latin typeface="Century Gothic"/>
              <a:ea typeface="Century Gothic"/>
              <a:cs typeface="Century Gothic"/>
              <a:sym typeface="Century Gothic"/>
            </a:endParaRPr>
          </a:p>
        </p:txBody>
      </p:sp>
      <p:sp>
        <p:nvSpPr>
          <p:cNvPr id="1048739" name="Google Shape;187;p17"/>
          <p:cNvSpPr txBox="1"/>
          <p:nvPr/>
        </p:nvSpPr>
        <p:spPr>
          <a:xfrm>
            <a:off x="1014373" y="228401"/>
            <a:ext cx="4050476" cy="561193"/>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fr-FR" sz="1800" b="1" dirty="0">
                <a:solidFill>
                  <a:srgbClr val="002060"/>
                </a:solidFill>
                <a:latin typeface="Century Gothic"/>
                <a:ea typeface="Century Gothic"/>
                <a:cs typeface="Century Gothic"/>
                <a:sym typeface="Century Gothic"/>
              </a:rPr>
              <a:t>PRESENTATION D’ARIS CONCEPT COMPANY</a:t>
            </a:r>
            <a:endParaRPr sz="1800" b="1" dirty="0">
              <a:solidFill>
                <a:srgbClr val="002060"/>
              </a:solidFill>
              <a:latin typeface="Century Gothic"/>
              <a:ea typeface="Century Gothic"/>
              <a:cs typeface="Century Gothic"/>
              <a:sym typeface="Century Gothic"/>
            </a:endParaRPr>
          </a:p>
        </p:txBody>
      </p:sp>
      <p:grpSp>
        <p:nvGrpSpPr>
          <p:cNvPr id="83" name="Google Shape;188;p17"/>
          <p:cNvGrpSpPr/>
          <p:nvPr/>
        </p:nvGrpSpPr>
        <p:grpSpPr>
          <a:xfrm>
            <a:off x="5115636" y="-522515"/>
            <a:ext cx="6004276" cy="6004276"/>
            <a:chOff x="6820847" y="-696687"/>
            <a:chExt cx="8005701" cy="8005701"/>
          </a:xfrm>
        </p:grpSpPr>
        <p:sp>
          <p:nvSpPr>
            <p:cNvPr id="1048740" name="Google Shape;189;p17"/>
            <p:cNvSpPr/>
            <p:nvPr/>
          </p:nvSpPr>
          <p:spPr>
            <a:xfrm>
              <a:off x="6820847" y="-696687"/>
              <a:ext cx="8005701" cy="8005701"/>
            </a:xfrm>
            <a:prstGeom prst="ellipse">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pic>
          <p:nvPicPr>
            <p:cNvPr id="2097171" name="Google Shape;190;p17"/>
            <p:cNvPicPr preferRelativeResize="0">
              <a:picLocks/>
            </p:cNvPicPr>
            <p:nvPr/>
          </p:nvPicPr>
          <p:blipFill>
            <a:blip r:embed="rId3"/>
            <a:srcRect/>
            <a:stretch>
              <a:fillRect/>
            </a:stretch>
          </p:blipFill>
          <p:spPr>
            <a:xfrm>
              <a:off x="7054302" y="0"/>
              <a:ext cx="7633250" cy="6857998"/>
            </a:xfrm>
            <a:custGeom>
              <a:avLst/>
              <a:gdLst/>
              <a:ahLst/>
              <a:cxnLst/>
              <a:rect l="l" t="t" r="r" b="b"/>
              <a:pathLst>
                <a:path w="7633250" h="6990414" extrusionOk="0">
                  <a:moveTo>
                    <a:pt x="2083447" y="0"/>
                  </a:moveTo>
                  <a:lnTo>
                    <a:pt x="5549804" y="0"/>
                  </a:lnTo>
                  <a:lnTo>
                    <a:pt x="5635855" y="44073"/>
                  </a:lnTo>
                  <a:cubicBezTo>
                    <a:pt x="6825593" y="690378"/>
                    <a:pt x="7633250" y="1950896"/>
                    <a:pt x="7633250" y="3400052"/>
                  </a:cubicBezTo>
                  <a:cubicBezTo>
                    <a:pt x="7633250" y="5046821"/>
                    <a:pt x="6590305" y="6449997"/>
                    <a:pt x="5128909" y="6985085"/>
                  </a:cubicBezTo>
                  <a:lnTo>
                    <a:pt x="5113160" y="6990414"/>
                  </a:lnTo>
                  <a:lnTo>
                    <a:pt x="2520090" y="6990414"/>
                  </a:lnTo>
                  <a:lnTo>
                    <a:pt x="2504342" y="6985085"/>
                  </a:lnTo>
                  <a:cubicBezTo>
                    <a:pt x="1042945" y="6449997"/>
                    <a:pt x="0" y="5046821"/>
                    <a:pt x="0" y="3400052"/>
                  </a:cubicBezTo>
                  <a:cubicBezTo>
                    <a:pt x="0" y="1950896"/>
                    <a:pt x="807657" y="690378"/>
                    <a:pt x="1997395" y="44073"/>
                  </a:cubicBezTo>
                  <a:close/>
                </a:path>
              </a:pathLst>
            </a:custGeom>
            <a:noFill/>
            <a:ln>
              <a:noFill/>
            </a:ln>
          </p:spPr>
        </p:pic>
      </p:grpSp>
      <p:sp>
        <p:nvSpPr>
          <p:cNvPr id="1048741" name="Google Shape;191;p17"/>
          <p:cNvSpPr txBox="1"/>
          <p:nvPr/>
        </p:nvSpPr>
        <p:spPr>
          <a:xfrm>
            <a:off x="715155" y="1090320"/>
            <a:ext cx="3354161" cy="300083"/>
          </a:xfrm>
          <a:prstGeom prst="rect">
            <a:avLst/>
          </a:prstGeom>
          <a:noFill/>
          <a:ln>
            <a:noFill/>
          </a:ln>
        </p:spPr>
        <p:txBody>
          <a:bodyPr spcFirstLastPara="1" wrap="square" lIns="68575" tIns="34275" rIns="68575" bIns="34275" anchor="t" anchorCtr="0">
            <a:noAutofit/>
          </a:bodyPr>
          <a:lstStyle/>
          <a:p>
            <a:pPr marL="0" marR="0" lvl="0" indent="0" algn="just" rtl="0">
              <a:spcBef>
                <a:spcPts val="0"/>
              </a:spcBef>
              <a:spcAft>
                <a:spcPts val="0"/>
              </a:spcAft>
              <a:buNone/>
            </a:pPr>
            <a:r>
              <a:rPr lang="fr-FR" sz="1600" b="1" dirty="0">
                <a:solidFill>
                  <a:srgbClr val="002060"/>
                </a:solidFill>
                <a:latin typeface="Century Gothic"/>
                <a:ea typeface="Century Gothic"/>
                <a:cs typeface="Century Gothic"/>
                <a:sym typeface="Century Gothic"/>
              </a:rPr>
              <a:t>ARIS CONCEPT</a:t>
            </a:r>
            <a:endParaRPr sz="1500" b="1" dirty="0">
              <a:solidFill>
                <a:srgbClr val="002060"/>
              </a:solidFill>
              <a:latin typeface="Century Gothic"/>
              <a:ea typeface="Century Gothic"/>
              <a:cs typeface="Century Gothic"/>
              <a:sym typeface="Century Gothic"/>
            </a:endParaRPr>
          </a:p>
        </p:txBody>
      </p:sp>
      <p:grpSp>
        <p:nvGrpSpPr>
          <p:cNvPr id="84" name="Google Shape;193;p17"/>
          <p:cNvGrpSpPr/>
          <p:nvPr/>
        </p:nvGrpSpPr>
        <p:grpSpPr>
          <a:xfrm>
            <a:off x="809625" y="1445379"/>
            <a:ext cx="3340245" cy="34289"/>
            <a:chOff x="5029200" y="2769580"/>
            <a:chExt cx="4453660" cy="45719"/>
          </a:xfrm>
          <a:solidFill>
            <a:srgbClr val="002060"/>
          </a:solidFill>
        </p:grpSpPr>
        <p:sp>
          <p:nvSpPr>
            <p:cNvPr id="1048742" name="Google Shape;194;p17"/>
            <p:cNvSpPr/>
            <p:nvPr/>
          </p:nvSpPr>
          <p:spPr>
            <a:xfrm>
              <a:off x="5029200" y="2769580"/>
              <a:ext cx="723900" cy="45719"/>
            </a:xfrm>
            <a:prstGeom prst="rect">
              <a:avLst/>
            </a:prstGeom>
            <a:gr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cxnSp>
          <p:nvCxnSpPr>
            <p:cNvPr id="3145731" name="Google Shape;195;p17"/>
            <p:cNvCxnSpPr>
              <a:cxnSpLocks/>
            </p:cNvCxnSpPr>
            <p:nvPr/>
          </p:nvCxnSpPr>
          <p:spPr>
            <a:xfrm>
              <a:off x="5711825" y="2792439"/>
              <a:ext cx="3771035" cy="0"/>
            </a:xfrm>
            <a:prstGeom prst="straightConnector1">
              <a:avLst/>
            </a:prstGeom>
            <a:grpFill/>
            <a:ln w="9525" cap="flat" cmpd="sng">
              <a:solidFill>
                <a:srgbClr val="002060"/>
              </a:solidFill>
              <a:prstDash val="solid"/>
              <a:miter lim="800000"/>
              <a:headEnd type="none" w="sm" len="sm"/>
              <a:tailEnd type="none" w="sm" len="sm"/>
            </a:ln>
          </p:spPr>
        </p:cxnSp>
      </p:grpSp>
      <p:sp>
        <p:nvSpPr>
          <p:cNvPr id="1048743" name="Google Shape;192;p17"/>
          <p:cNvSpPr/>
          <p:nvPr/>
        </p:nvSpPr>
        <p:spPr>
          <a:xfrm>
            <a:off x="674204" y="1599821"/>
            <a:ext cx="4253396" cy="1168514"/>
          </a:xfrm>
          <a:prstGeom prst="rect">
            <a:avLst/>
          </a:prstGeom>
          <a:noFill/>
          <a:ln>
            <a:noFill/>
          </a:ln>
        </p:spPr>
        <p:txBody>
          <a:bodyPr spcFirstLastPara="1" wrap="square" lIns="68575" tIns="34275" rIns="68575" bIns="34275" anchor="t" anchorCtr="0">
            <a:noAutofit/>
          </a:bodyPr>
          <a:lstStyle/>
          <a:p>
            <a:pPr marL="171450" marR="0" lvl="0" indent="-171450" rtl="0">
              <a:lnSpc>
                <a:spcPct val="150000"/>
              </a:lnSpc>
              <a:spcBef>
                <a:spcPts val="0"/>
              </a:spcBef>
              <a:spcAft>
                <a:spcPts val="0"/>
              </a:spcAft>
              <a:buFont typeface="Arial" panose="020B0604020202020204" pitchFamily="34" charset="0"/>
              <a:buChar char="•"/>
            </a:pPr>
            <a:r>
              <a:rPr lang="pt-BR" sz="1200" dirty="0">
                <a:solidFill>
                  <a:srgbClr val="595959"/>
                </a:solidFill>
                <a:latin typeface="Century Gothic"/>
                <a:ea typeface="Century Gothic"/>
                <a:cs typeface="Century Gothic"/>
                <a:sym typeface="Century Gothic"/>
              </a:rPr>
              <a:t>Siege social: Iavoloha Antananarivo</a:t>
            </a:r>
          </a:p>
          <a:p>
            <a:pPr marL="171450" marR="0" lvl="0" indent="-171450" rtl="0">
              <a:lnSpc>
                <a:spcPct val="150000"/>
              </a:lnSpc>
              <a:spcBef>
                <a:spcPts val="0"/>
              </a:spcBef>
              <a:spcAft>
                <a:spcPts val="0"/>
              </a:spcAft>
              <a:buFont typeface="Arial" panose="020B0604020202020204" pitchFamily="34" charset="0"/>
              <a:buChar char="•"/>
            </a:pPr>
            <a:r>
              <a:rPr lang="pt-BR" sz="1200" dirty="0">
                <a:solidFill>
                  <a:srgbClr val="595959"/>
                </a:solidFill>
                <a:latin typeface="Century Gothic"/>
                <a:ea typeface="Century Gothic"/>
                <a:cs typeface="Century Gothic"/>
                <a:sym typeface="Century Gothic"/>
              </a:rPr>
              <a:t>Téléphones : 038 53 405 34</a:t>
            </a:r>
          </a:p>
          <a:p>
            <a:pPr marL="171450" lvl="0" indent="-171450">
              <a:lnSpc>
                <a:spcPct val="150000"/>
              </a:lnSpc>
              <a:buFont typeface="Arial" panose="020B0604020202020204" pitchFamily="34" charset="0"/>
              <a:buChar char="•"/>
            </a:pPr>
            <a:r>
              <a:rPr lang="pt-BR" sz="1200" dirty="0">
                <a:solidFill>
                  <a:srgbClr val="595959"/>
                </a:solidFill>
                <a:latin typeface="Century Gothic"/>
                <a:ea typeface="Century Gothic"/>
                <a:cs typeface="Century Gothic"/>
                <a:sym typeface="Century Gothic"/>
              </a:rPr>
              <a:t>Site : </a:t>
            </a:r>
            <a:r>
              <a:rPr lang="pt-BR" sz="1200" dirty="0">
                <a:solidFill>
                  <a:srgbClr val="595959"/>
                </a:solidFill>
                <a:latin typeface="Century Gothic"/>
                <a:ea typeface="Century Gothic"/>
                <a:cs typeface="Century Gothic"/>
                <a:sym typeface="Century Gothic"/>
                <a:hlinkClick r:id="rId4"/>
              </a:rPr>
              <a:t>www.aris-cc.com</a:t>
            </a:r>
            <a:endParaRPr lang="pt-BR" sz="1200" dirty="0">
              <a:solidFill>
                <a:srgbClr val="595959"/>
              </a:solidFill>
              <a:latin typeface="Century Gothic"/>
              <a:ea typeface="Century Gothic"/>
              <a:cs typeface="Century Gothic"/>
              <a:sym typeface="Century Gothic"/>
            </a:endParaRPr>
          </a:p>
          <a:p>
            <a:pPr marL="171450" lvl="0" indent="-171450">
              <a:lnSpc>
                <a:spcPct val="150000"/>
              </a:lnSpc>
              <a:buFont typeface="Arial" panose="020B0604020202020204" pitchFamily="34" charset="0"/>
              <a:buChar char="•"/>
            </a:pPr>
            <a:endParaRPr lang="pt-BR" sz="1200" dirty="0">
              <a:solidFill>
                <a:schemeClr val="accent1">
                  <a:lumMod val="75000"/>
                </a:schemeClr>
              </a:solidFill>
              <a:latin typeface="Century Gothic"/>
              <a:ea typeface="Century Gothic"/>
              <a:cs typeface="Century Gothic"/>
              <a:sym typeface="Century Gothic"/>
            </a:endParaRPr>
          </a:p>
        </p:txBody>
      </p:sp>
      <p:sp>
        <p:nvSpPr>
          <p:cNvPr id="1048744" name="Google Shape;191;p17"/>
          <p:cNvSpPr txBox="1"/>
          <p:nvPr/>
        </p:nvSpPr>
        <p:spPr>
          <a:xfrm>
            <a:off x="715155" y="3055902"/>
            <a:ext cx="3354161" cy="300083"/>
          </a:xfrm>
          <a:prstGeom prst="rect">
            <a:avLst/>
          </a:prstGeom>
          <a:noFill/>
          <a:ln>
            <a:noFill/>
          </a:ln>
        </p:spPr>
        <p:txBody>
          <a:bodyPr spcFirstLastPara="1" wrap="square" lIns="68575" tIns="34275" rIns="68575" bIns="34275" anchor="t" anchorCtr="0">
            <a:noAutofit/>
          </a:bodyPr>
          <a:lstStyle/>
          <a:p>
            <a:pPr marL="0" marR="0" lvl="0" indent="0" algn="just" rtl="0">
              <a:spcBef>
                <a:spcPts val="0"/>
              </a:spcBef>
              <a:spcAft>
                <a:spcPts val="0"/>
              </a:spcAft>
              <a:buNone/>
            </a:pPr>
            <a:r>
              <a:rPr lang="fr-FR" sz="1500" b="1" dirty="0">
                <a:solidFill>
                  <a:srgbClr val="002060"/>
                </a:solidFill>
                <a:latin typeface="Century Gothic"/>
                <a:ea typeface="Century Gothic"/>
                <a:cs typeface="Century Gothic"/>
                <a:sym typeface="Century Gothic"/>
              </a:rPr>
              <a:t>LES ACTIVITES</a:t>
            </a:r>
            <a:endParaRPr sz="1500" b="1" dirty="0">
              <a:solidFill>
                <a:srgbClr val="002060"/>
              </a:solidFill>
              <a:latin typeface="Century Gothic"/>
              <a:ea typeface="Century Gothic"/>
              <a:cs typeface="Century Gothic"/>
              <a:sym typeface="Century Gothic"/>
            </a:endParaRPr>
          </a:p>
        </p:txBody>
      </p:sp>
      <p:grpSp>
        <p:nvGrpSpPr>
          <p:cNvPr id="85" name="Google Shape;193;p17"/>
          <p:cNvGrpSpPr/>
          <p:nvPr/>
        </p:nvGrpSpPr>
        <p:grpSpPr>
          <a:xfrm>
            <a:off x="674204" y="3355985"/>
            <a:ext cx="3340245" cy="34289"/>
            <a:chOff x="5029200" y="2769580"/>
            <a:chExt cx="4453660" cy="45719"/>
          </a:xfrm>
          <a:solidFill>
            <a:srgbClr val="002060"/>
          </a:solidFill>
        </p:grpSpPr>
        <p:sp>
          <p:nvSpPr>
            <p:cNvPr id="1048745" name="Google Shape;194;p17"/>
            <p:cNvSpPr/>
            <p:nvPr/>
          </p:nvSpPr>
          <p:spPr>
            <a:xfrm>
              <a:off x="5029200" y="2769580"/>
              <a:ext cx="723900" cy="45719"/>
            </a:xfrm>
            <a:prstGeom prst="rect">
              <a:avLst/>
            </a:prstGeom>
            <a:gr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cxnSp>
          <p:nvCxnSpPr>
            <p:cNvPr id="3145732" name="Google Shape;195;p17"/>
            <p:cNvCxnSpPr>
              <a:cxnSpLocks/>
            </p:cNvCxnSpPr>
            <p:nvPr/>
          </p:nvCxnSpPr>
          <p:spPr>
            <a:xfrm>
              <a:off x="5711825" y="2792439"/>
              <a:ext cx="3771035" cy="0"/>
            </a:xfrm>
            <a:prstGeom prst="straightConnector1">
              <a:avLst/>
            </a:prstGeom>
            <a:grpFill/>
            <a:ln w="9525" cap="flat" cmpd="sng">
              <a:solidFill>
                <a:srgbClr val="002060"/>
              </a:solidFill>
              <a:prstDash val="solid"/>
              <a:miter lim="800000"/>
              <a:headEnd type="none" w="sm" len="sm"/>
              <a:tailEnd type="none" w="sm" len="sm"/>
            </a:ln>
          </p:spPr>
        </p:cxnSp>
      </p:grpSp>
      <p:sp>
        <p:nvSpPr>
          <p:cNvPr id="1048746" name="Google Shape;192;p17"/>
          <p:cNvSpPr/>
          <p:nvPr/>
        </p:nvSpPr>
        <p:spPr>
          <a:xfrm>
            <a:off x="625850" y="3488942"/>
            <a:ext cx="4141546" cy="1202802"/>
          </a:xfrm>
          <a:prstGeom prst="rect">
            <a:avLst/>
          </a:prstGeom>
          <a:noFill/>
          <a:ln>
            <a:noFill/>
          </a:ln>
        </p:spPr>
        <p:txBody>
          <a:bodyPr spcFirstLastPara="1" wrap="square" lIns="68575" tIns="34275" rIns="68575" bIns="34275" anchor="t" anchorCtr="0">
            <a:noAutofit/>
          </a:bodyPr>
          <a:lstStyle/>
          <a:p>
            <a:pPr marR="0" lvl="0" rtl="0">
              <a:lnSpc>
                <a:spcPct val="150000"/>
              </a:lnSpc>
              <a:spcBef>
                <a:spcPts val="0"/>
              </a:spcBef>
              <a:spcAft>
                <a:spcPts val="0"/>
              </a:spcAft>
            </a:pPr>
            <a:endParaRPr lang="pt-BR" sz="1200" dirty="0">
              <a:solidFill>
                <a:srgbClr val="595959"/>
              </a:solidFill>
              <a:latin typeface="Century Gothic"/>
              <a:ea typeface="Century Gothic"/>
              <a:cs typeface="Century Gothic"/>
              <a:sym typeface="Century Gothic"/>
            </a:endParaRPr>
          </a:p>
        </p:txBody>
      </p:sp>
      <p:sp>
        <p:nvSpPr>
          <p:cNvPr id="1048747" name="Google Shape;192;p17"/>
          <p:cNvSpPr/>
          <p:nvPr/>
        </p:nvSpPr>
        <p:spPr>
          <a:xfrm>
            <a:off x="625849" y="3516593"/>
            <a:ext cx="4664878" cy="1141672"/>
          </a:xfrm>
          <a:prstGeom prst="rect">
            <a:avLst/>
          </a:prstGeom>
          <a:noFill/>
          <a:ln>
            <a:noFill/>
          </a:ln>
        </p:spPr>
        <p:txBody>
          <a:bodyPr spcFirstLastPara="1" wrap="square" lIns="68575" tIns="34275" rIns="68575" bIns="34275" anchor="t" anchorCtr="0">
            <a:noAutofit/>
          </a:bodyPr>
          <a:lstStyle/>
          <a:p>
            <a:pPr marL="171450" marR="0" lvl="0" indent="-171450" rtl="0">
              <a:lnSpc>
                <a:spcPct val="150000"/>
              </a:lnSpc>
              <a:spcBef>
                <a:spcPts val="0"/>
              </a:spcBef>
              <a:spcAft>
                <a:spcPts val="0"/>
              </a:spcAft>
              <a:buFont typeface="Wingdings" panose="05000000000000000000" pitchFamily="2" charset="2"/>
              <a:buChar char="Ø"/>
            </a:pPr>
            <a:r>
              <a:rPr lang="pt-BR" sz="1200" dirty="0">
                <a:solidFill>
                  <a:srgbClr val="595959"/>
                </a:solidFill>
                <a:latin typeface="Century Gothic"/>
                <a:ea typeface="Century Gothic"/>
                <a:cs typeface="Century Gothic"/>
                <a:sym typeface="Century Gothic"/>
              </a:rPr>
              <a:t>Creer des solutions innovantes</a:t>
            </a:r>
          </a:p>
          <a:p>
            <a:pPr marL="171450" marR="0" lvl="0" indent="-171450" rtl="0">
              <a:lnSpc>
                <a:spcPct val="150000"/>
              </a:lnSpc>
              <a:spcBef>
                <a:spcPts val="0"/>
              </a:spcBef>
              <a:spcAft>
                <a:spcPts val="0"/>
              </a:spcAft>
              <a:buFont typeface="Wingdings" panose="05000000000000000000" pitchFamily="2" charset="2"/>
              <a:buChar char="Ø"/>
            </a:pPr>
            <a:r>
              <a:rPr lang="pt-BR" sz="1200" dirty="0">
                <a:solidFill>
                  <a:srgbClr val="595959"/>
                </a:solidFill>
                <a:latin typeface="Century Gothic"/>
                <a:ea typeface="Century Gothic"/>
                <a:cs typeface="Century Gothic"/>
                <a:sym typeface="Century Gothic"/>
              </a:rPr>
              <a:t>Ameliorer les perspectives d’emploie pour les jeunes diplomes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83"/>
                                        </p:tgtEl>
                                        <p:attrNameLst>
                                          <p:attrName>style.visibility</p:attrName>
                                        </p:attrNameLst>
                                      </p:cBhvr>
                                      <p:to>
                                        <p:strVal val="visible"/>
                                      </p:to>
                                    </p:set>
                                    <p:anim calcmode="lin" valueType="num">
                                      <p:cBhvr additive="base">
                                        <p:cTn id="7" dur="500"/>
                                        <p:tgtEl>
                                          <p:spTgt spid="83"/>
                                        </p:tgtEl>
                                        <p:attrNameLst>
                                          <p:attrName>ppt_w</p:attrName>
                                        </p:attrNameLst>
                                      </p:cBhvr>
                                      <p:tavLst>
                                        <p:tav tm="0">
                                          <p:val>
                                            <p:strVal val="0"/>
                                          </p:val>
                                        </p:tav>
                                        <p:tav tm="100000">
                                          <p:val>
                                            <p:strVal val="#ppt_w"/>
                                          </p:val>
                                        </p:tav>
                                      </p:tavLst>
                                    </p:anim>
                                    <p:anim calcmode="lin" valueType="num">
                                      <p:cBhvr additive="base">
                                        <p:cTn id="8" dur="500"/>
                                        <p:tgtEl>
                                          <p:spTgt spid="83"/>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048751" name="Google Shape;184;p17"/>
          <p:cNvSpPr/>
          <p:nvPr/>
        </p:nvSpPr>
        <p:spPr>
          <a:xfrm rot="10800000" flipH="1">
            <a:off x="466726" y="228401"/>
            <a:ext cx="496860" cy="496860"/>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752" name="Google Shape;185;p17"/>
          <p:cNvSpPr/>
          <p:nvPr/>
        </p:nvSpPr>
        <p:spPr>
          <a:xfrm rot="10800000" flipH="1">
            <a:off x="-248430" y="-268460"/>
            <a:ext cx="1058055" cy="1058055"/>
          </a:xfrm>
          <a:prstGeom prst="ellipse">
            <a:avLst/>
          </a:prstGeom>
          <a:noFill/>
          <a:ln w="12700" cap="flat" cmpd="sng">
            <a:solidFill>
              <a:srgbClr val="00206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753" name="Google Shape;186;p17"/>
          <p:cNvSpPr txBox="1"/>
          <p:nvPr/>
        </p:nvSpPr>
        <p:spPr>
          <a:xfrm>
            <a:off x="517512" y="303706"/>
            <a:ext cx="395287" cy="346249"/>
          </a:xfrm>
          <a:prstGeom prst="rect">
            <a:avLst/>
          </a:prstGeom>
          <a:solidFill>
            <a:srgbClr val="002060"/>
          </a:solidFill>
          <a:ln>
            <a:noFill/>
          </a:ln>
        </p:spPr>
        <p:txBody>
          <a:bodyPr spcFirstLastPara="1" wrap="square" lIns="68575" tIns="34275" rIns="68575" bIns="34275" anchor="t" anchorCtr="0">
            <a:noAutofit/>
          </a:bodyPr>
          <a:lstStyle/>
          <a:p>
            <a:pPr marL="0" marR="0" lvl="0" indent="0" algn="just" rtl="0">
              <a:spcBef>
                <a:spcPts val="0"/>
              </a:spcBef>
              <a:spcAft>
                <a:spcPts val="0"/>
              </a:spcAft>
              <a:buNone/>
            </a:pPr>
            <a:r>
              <a:rPr lang="tr-TR" sz="1800" dirty="0">
                <a:solidFill>
                  <a:schemeClr val="lt1"/>
                </a:solidFill>
                <a:latin typeface="Century Gothic"/>
                <a:ea typeface="Century Gothic"/>
                <a:cs typeface="Century Gothic"/>
                <a:sym typeface="Century Gothic"/>
              </a:rPr>
              <a:t>0</a:t>
            </a:r>
            <a:r>
              <a:rPr lang="fr-FR" sz="1800" dirty="0">
                <a:solidFill>
                  <a:schemeClr val="lt1"/>
                </a:solidFill>
                <a:latin typeface="Century Gothic"/>
                <a:ea typeface="Century Gothic"/>
                <a:cs typeface="Century Gothic"/>
                <a:sym typeface="Century Gothic"/>
              </a:rPr>
              <a:t>3</a:t>
            </a:r>
            <a:endParaRPr sz="1800" dirty="0">
              <a:solidFill>
                <a:schemeClr val="lt1"/>
              </a:solidFill>
              <a:latin typeface="Century Gothic"/>
              <a:ea typeface="Century Gothic"/>
              <a:cs typeface="Century Gothic"/>
              <a:sym typeface="Century Gothic"/>
            </a:endParaRPr>
          </a:p>
        </p:txBody>
      </p:sp>
      <p:sp>
        <p:nvSpPr>
          <p:cNvPr id="1048754" name="Google Shape;187;p17"/>
          <p:cNvSpPr txBox="1"/>
          <p:nvPr/>
        </p:nvSpPr>
        <p:spPr>
          <a:xfrm>
            <a:off x="1240251" y="303706"/>
            <a:ext cx="4050476" cy="561193"/>
          </a:xfrm>
          <a:prstGeom prst="rect">
            <a:avLst/>
          </a:prstGeom>
          <a:noFill/>
          <a:ln>
            <a:noFill/>
          </a:ln>
        </p:spPr>
        <p:txBody>
          <a:bodyPr spcFirstLastPara="1" wrap="square" lIns="68575" tIns="34275" rIns="68575" bIns="34275" anchor="t" anchorCtr="0">
            <a:noAutofit/>
          </a:bodyPr>
          <a:lstStyle/>
          <a:p>
            <a:pPr marL="0" marR="0" lvl="0" indent="0" rtl="0">
              <a:spcBef>
                <a:spcPts val="0"/>
              </a:spcBef>
              <a:spcAft>
                <a:spcPts val="0"/>
              </a:spcAft>
              <a:buNone/>
            </a:pPr>
            <a:r>
              <a:rPr lang="fr-FR" sz="2000" b="1" dirty="0">
                <a:solidFill>
                  <a:srgbClr val="002060"/>
                </a:solidFill>
                <a:latin typeface="Century Gothic"/>
                <a:ea typeface="Century Gothic"/>
                <a:cs typeface="Century Gothic"/>
                <a:sym typeface="Century Gothic"/>
              </a:rPr>
              <a:t>DESCRIPTION DU PROJET</a:t>
            </a:r>
            <a:endParaRPr sz="2000" b="1" dirty="0">
              <a:solidFill>
                <a:srgbClr val="002060"/>
              </a:solidFill>
              <a:latin typeface="Century Gothic"/>
              <a:ea typeface="Century Gothic"/>
              <a:cs typeface="Century Gothic"/>
              <a:sym typeface="Century Gothic"/>
            </a:endParaRPr>
          </a:p>
        </p:txBody>
      </p:sp>
      <p:sp>
        <p:nvSpPr>
          <p:cNvPr id="1048755" name="Google Shape;191;p17"/>
          <p:cNvSpPr txBox="1"/>
          <p:nvPr/>
        </p:nvSpPr>
        <p:spPr>
          <a:xfrm>
            <a:off x="749007" y="846484"/>
            <a:ext cx="3720921" cy="300083"/>
          </a:xfrm>
          <a:prstGeom prst="rect">
            <a:avLst/>
          </a:prstGeom>
          <a:noFill/>
          <a:ln>
            <a:noFill/>
          </a:ln>
        </p:spPr>
        <p:txBody>
          <a:bodyPr spcFirstLastPara="1" wrap="square" lIns="68575" tIns="34275" rIns="68575" bIns="34275" anchor="t" anchorCtr="0">
            <a:noAutofit/>
          </a:bodyPr>
          <a:lstStyle/>
          <a:p>
            <a:pPr marL="0" marR="0" lvl="0" indent="0" algn="just" rtl="0">
              <a:spcBef>
                <a:spcPts val="0"/>
              </a:spcBef>
              <a:spcAft>
                <a:spcPts val="0"/>
              </a:spcAft>
              <a:buNone/>
            </a:pPr>
            <a:r>
              <a:rPr lang="fr-FR" sz="1600" b="1" dirty="0">
                <a:solidFill>
                  <a:srgbClr val="002060"/>
                </a:solidFill>
                <a:latin typeface="Century Gothic"/>
                <a:ea typeface="Century Gothic"/>
                <a:cs typeface="Century Gothic"/>
                <a:sym typeface="Century Gothic"/>
              </a:rPr>
              <a:t>Objectif et besoins de l’utilisateur</a:t>
            </a:r>
            <a:endParaRPr sz="1500" b="1" dirty="0">
              <a:solidFill>
                <a:srgbClr val="002060"/>
              </a:solidFill>
              <a:latin typeface="Century Gothic"/>
              <a:ea typeface="Century Gothic"/>
              <a:cs typeface="Century Gothic"/>
              <a:sym typeface="Century Gothic"/>
            </a:endParaRPr>
          </a:p>
        </p:txBody>
      </p:sp>
      <p:grpSp>
        <p:nvGrpSpPr>
          <p:cNvPr id="89" name="Google Shape;193;p17"/>
          <p:cNvGrpSpPr/>
          <p:nvPr/>
        </p:nvGrpSpPr>
        <p:grpSpPr>
          <a:xfrm>
            <a:off x="749007" y="1251224"/>
            <a:ext cx="3340245" cy="34289"/>
            <a:chOff x="5029200" y="2769580"/>
            <a:chExt cx="4453660" cy="45719"/>
          </a:xfrm>
          <a:solidFill>
            <a:srgbClr val="002060"/>
          </a:solidFill>
        </p:grpSpPr>
        <p:sp>
          <p:nvSpPr>
            <p:cNvPr id="1048756" name="Google Shape;194;p17"/>
            <p:cNvSpPr/>
            <p:nvPr/>
          </p:nvSpPr>
          <p:spPr>
            <a:xfrm>
              <a:off x="5029200" y="2769580"/>
              <a:ext cx="723900" cy="45719"/>
            </a:xfrm>
            <a:prstGeom prst="rect">
              <a:avLst/>
            </a:prstGeom>
            <a:gr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cxnSp>
          <p:nvCxnSpPr>
            <p:cNvPr id="3145733" name="Google Shape;195;p17"/>
            <p:cNvCxnSpPr>
              <a:cxnSpLocks/>
            </p:cNvCxnSpPr>
            <p:nvPr/>
          </p:nvCxnSpPr>
          <p:spPr>
            <a:xfrm>
              <a:off x="5711825" y="2792439"/>
              <a:ext cx="3771035" cy="0"/>
            </a:xfrm>
            <a:prstGeom prst="straightConnector1">
              <a:avLst/>
            </a:prstGeom>
            <a:grpFill/>
            <a:ln w="9525" cap="flat" cmpd="sng">
              <a:solidFill>
                <a:srgbClr val="002060"/>
              </a:solidFill>
              <a:prstDash val="solid"/>
              <a:miter lim="800000"/>
              <a:headEnd type="none" w="sm" len="sm"/>
              <a:tailEnd type="none" w="sm" len="sm"/>
            </a:ln>
          </p:spPr>
        </p:cxnSp>
      </p:grpSp>
      <p:sp>
        <p:nvSpPr>
          <p:cNvPr id="1048757" name="Google Shape;192;p17"/>
          <p:cNvSpPr/>
          <p:nvPr/>
        </p:nvSpPr>
        <p:spPr>
          <a:xfrm>
            <a:off x="674204" y="1306599"/>
            <a:ext cx="8262762" cy="1274434"/>
          </a:xfrm>
          <a:prstGeom prst="rect">
            <a:avLst/>
          </a:prstGeom>
          <a:noFill/>
          <a:ln>
            <a:noFill/>
          </a:ln>
        </p:spPr>
        <p:txBody>
          <a:bodyPr spcFirstLastPara="1" wrap="square" lIns="68575" tIns="34275" rIns="68575" bIns="34275" anchor="t" anchorCtr="0">
            <a:noAutofit/>
          </a:bodyPr>
          <a:lstStyle/>
          <a:p>
            <a:pPr marL="285750" lvl="1" indent="-285750">
              <a:lnSpc>
                <a:spcPct val="150000"/>
              </a:lnSpc>
              <a:buFont typeface="Wingdings" panose="05000000000000000000" pitchFamily="2" charset="2"/>
              <a:buChar char="§"/>
            </a:pPr>
            <a:r>
              <a:rPr lang="fr-FR" sz="1600" dirty="0">
                <a:solidFill>
                  <a:srgbClr val="595959"/>
                </a:solidFill>
                <a:latin typeface="Century Gothic"/>
              </a:rPr>
              <a:t>Réduire les erreurs humaines</a:t>
            </a:r>
            <a:endParaRPr lang="fr-FR" dirty="0"/>
          </a:p>
          <a:p>
            <a:pPr marL="285750" lvl="1" indent="-285750">
              <a:lnSpc>
                <a:spcPct val="150000"/>
              </a:lnSpc>
              <a:buFont typeface="Wingdings" panose="05000000000000000000" pitchFamily="2" charset="2"/>
              <a:buChar char="§"/>
            </a:pPr>
            <a:r>
              <a:rPr lang="fr-FR" sz="1600" dirty="0">
                <a:solidFill>
                  <a:srgbClr val="595959"/>
                </a:solidFill>
                <a:latin typeface="Century Gothic"/>
              </a:rPr>
              <a:t>Offrir une interface simple et intuitive</a:t>
            </a:r>
          </a:p>
          <a:p>
            <a:pPr lvl="0">
              <a:lnSpc>
                <a:spcPct val="150000"/>
              </a:lnSpc>
            </a:pPr>
            <a:endParaRPr lang="pt-BR" sz="1600" dirty="0">
              <a:solidFill>
                <a:srgbClr val="595959"/>
              </a:solidFill>
              <a:latin typeface="Century Gothic"/>
              <a:ea typeface="Century Gothic"/>
              <a:cs typeface="Century Gothic"/>
              <a:sym typeface="Century Gothic"/>
            </a:endParaRPr>
          </a:p>
        </p:txBody>
      </p:sp>
      <p:sp>
        <p:nvSpPr>
          <p:cNvPr id="1048758" name="Google Shape;191;p17"/>
          <p:cNvSpPr txBox="1"/>
          <p:nvPr/>
        </p:nvSpPr>
        <p:spPr>
          <a:xfrm>
            <a:off x="674204" y="2582570"/>
            <a:ext cx="3354161" cy="300083"/>
          </a:xfrm>
          <a:prstGeom prst="rect">
            <a:avLst/>
          </a:prstGeom>
          <a:noFill/>
          <a:ln>
            <a:noFill/>
          </a:ln>
        </p:spPr>
        <p:txBody>
          <a:bodyPr spcFirstLastPara="1" wrap="square" lIns="68575" tIns="34275" rIns="68575" bIns="34275" anchor="t" anchorCtr="0">
            <a:noAutofit/>
          </a:bodyPr>
          <a:lstStyle/>
          <a:p>
            <a:pPr marL="0" marR="0" lvl="0" indent="0" algn="just" rtl="0">
              <a:spcBef>
                <a:spcPts val="0"/>
              </a:spcBef>
              <a:spcAft>
                <a:spcPts val="0"/>
              </a:spcAft>
              <a:buNone/>
            </a:pPr>
            <a:r>
              <a:rPr lang="fr-FR" sz="1600" b="1" dirty="0">
                <a:solidFill>
                  <a:srgbClr val="002060"/>
                </a:solidFill>
                <a:latin typeface="Century Gothic"/>
                <a:ea typeface="Century Gothic"/>
                <a:cs typeface="Century Gothic"/>
                <a:sym typeface="Century Gothic"/>
              </a:rPr>
              <a:t>Résultat attendu</a:t>
            </a:r>
            <a:endParaRPr sz="1600" b="1" dirty="0">
              <a:solidFill>
                <a:srgbClr val="002060"/>
              </a:solidFill>
              <a:latin typeface="Century Gothic"/>
              <a:ea typeface="Century Gothic"/>
              <a:cs typeface="Century Gothic"/>
              <a:sym typeface="Century Gothic"/>
            </a:endParaRPr>
          </a:p>
        </p:txBody>
      </p:sp>
      <p:grpSp>
        <p:nvGrpSpPr>
          <p:cNvPr id="90" name="Google Shape;193;p17"/>
          <p:cNvGrpSpPr/>
          <p:nvPr/>
        </p:nvGrpSpPr>
        <p:grpSpPr>
          <a:xfrm>
            <a:off x="715155" y="2967358"/>
            <a:ext cx="3340245" cy="34289"/>
            <a:chOff x="5029200" y="2769580"/>
            <a:chExt cx="4453660" cy="45719"/>
          </a:xfrm>
          <a:solidFill>
            <a:srgbClr val="002060"/>
          </a:solidFill>
        </p:grpSpPr>
        <p:sp>
          <p:nvSpPr>
            <p:cNvPr id="1048759" name="Google Shape;194;p17"/>
            <p:cNvSpPr/>
            <p:nvPr/>
          </p:nvSpPr>
          <p:spPr>
            <a:xfrm>
              <a:off x="5029200" y="2769580"/>
              <a:ext cx="723900" cy="45719"/>
            </a:xfrm>
            <a:prstGeom prst="rect">
              <a:avLst/>
            </a:prstGeom>
            <a:gr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cxnSp>
          <p:nvCxnSpPr>
            <p:cNvPr id="3145734" name="Google Shape;195;p17"/>
            <p:cNvCxnSpPr>
              <a:cxnSpLocks/>
            </p:cNvCxnSpPr>
            <p:nvPr/>
          </p:nvCxnSpPr>
          <p:spPr>
            <a:xfrm>
              <a:off x="5711825" y="2792439"/>
              <a:ext cx="3771035" cy="0"/>
            </a:xfrm>
            <a:prstGeom prst="straightConnector1">
              <a:avLst/>
            </a:prstGeom>
            <a:grpFill/>
            <a:ln w="9525" cap="flat" cmpd="sng">
              <a:solidFill>
                <a:srgbClr val="002060"/>
              </a:solidFill>
              <a:prstDash val="solid"/>
              <a:miter lim="800000"/>
              <a:headEnd type="none" w="sm" len="sm"/>
              <a:tailEnd type="none" w="sm" len="sm"/>
            </a:ln>
          </p:spPr>
        </p:cxnSp>
      </p:grpSp>
      <p:sp>
        <p:nvSpPr>
          <p:cNvPr id="1048760" name="Google Shape;192;p17"/>
          <p:cNvSpPr/>
          <p:nvPr/>
        </p:nvSpPr>
        <p:spPr>
          <a:xfrm>
            <a:off x="663254" y="3200844"/>
            <a:ext cx="4141546" cy="1202802"/>
          </a:xfrm>
          <a:prstGeom prst="rect">
            <a:avLst/>
          </a:prstGeom>
          <a:noFill/>
          <a:ln>
            <a:noFill/>
          </a:ln>
        </p:spPr>
        <p:txBody>
          <a:bodyPr spcFirstLastPara="1" wrap="square" lIns="68575" tIns="34275" rIns="68575" bIns="34275" anchor="t" anchorCtr="0">
            <a:noAutofit/>
          </a:bodyPr>
          <a:lstStyle/>
          <a:p>
            <a:pPr marR="0" lvl="0" rtl="0">
              <a:lnSpc>
                <a:spcPct val="150000"/>
              </a:lnSpc>
              <a:spcBef>
                <a:spcPts val="0"/>
              </a:spcBef>
              <a:spcAft>
                <a:spcPts val="0"/>
              </a:spcAft>
            </a:pPr>
            <a:endParaRPr lang="pt-BR" sz="1200" dirty="0">
              <a:solidFill>
                <a:srgbClr val="595959"/>
              </a:solidFill>
              <a:latin typeface="Century Gothic"/>
              <a:ea typeface="Century Gothic"/>
              <a:cs typeface="Century Gothic"/>
              <a:sym typeface="Century Gothic"/>
            </a:endParaRPr>
          </a:p>
        </p:txBody>
      </p:sp>
      <p:sp>
        <p:nvSpPr>
          <p:cNvPr id="1048761" name="Google Shape;192;p17"/>
          <p:cNvSpPr/>
          <p:nvPr/>
        </p:nvSpPr>
        <p:spPr>
          <a:xfrm>
            <a:off x="625849" y="3158507"/>
            <a:ext cx="7688158" cy="495628"/>
          </a:xfrm>
          <a:prstGeom prst="rect">
            <a:avLst/>
          </a:prstGeom>
          <a:noFill/>
          <a:ln>
            <a:noFill/>
          </a:ln>
        </p:spPr>
        <p:txBody>
          <a:bodyPr spcFirstLastPara="1" wrap="square" lIns="68575" tIns="34275" rIns="68575" bIns="34275" anchor="t" anchorCtr="0">
            <a:noAutofit/>
          </a:bodyPr>
          <a:lstStyle/>
          <a:p>
            <a:endParaRPr lang="fr-FR" dirty="0"/>
          </a:p>
          <a:p>
            <a:pPr marL="285750" lvl="1" indent="-285750">
              <a:buFont typeface="Wingdings" panose="05000000000000000000" pitchFamily="2" charset="2"/>
              <a:buChar char="§"/>
            </a:pPr>
            <a:r>
              <a:rPr lang="fr-FR" sz="1600" dirty="0">
                <a:solidFill>
                  <a:srgbClr val="595959"/>
                </a:solidFill>
                <a:latin typeface="Century Gothic"/>
              </a:rPr>
              <a:t>Gain de temps pour le service RH</a:t>
            </a:r>
          </a:p>
          <a:p>
            <a:endParaRPr lang="fr-FR" dirty="0"/>
          </a:p>
          <a:p>
            <a:pPr marL="285750" lvl="1" indent="-285750">
              <a:buFont typeface="Wingdings" panose="05000000000000000000" pitchFamily="2" charset="2"/>
              <a:buChar char="§"/>
            </a:pPr>
            <a:r>
              <a:rPr lang="fr-FR" sz="1600" dirty="0">
                <a:solidFill>
                  <a:srgbClr val="595959"/>
                </a:solidFill>
                <a:latin typeface="Century Gothic"/>
              </a:rPr>
              <a:t>Réduction d’erreurs de calcul</a:t>
            </a:r>
          </a:p>
        </p:txBody>
      </p:sp>
      <p:sp>
        <p:nvSpPr>
          <p:cNvPr id="1048762" name="Google Shape;327;p22"/>
          <p:cNvSpPr/>
          <p:nvPr/>
        </p:nvSpPr>
        <p:spPr>
          <a:xfrm rot="10800000" flipH="1">
            <a:off x="192790" y="3056208"/>
            <a:ext cx="175614" cy="175614"/>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763" name="Google Shape;325;p22"/>
          <p:cNvSpPr/>
          <p:nvPr/>
        </p:nvSpPr>
        <p:spPr>
          <a:xfrm rot="10800000" flipH="1">
            <a:off x="8626488" y="223890"/>
            <a:ext cx="330450" cy="330450"/>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1">
              <a:ln w="18000">
                <a:solidFill>
                  <a:schemeClr val="accent2">
                    <a:satMod val="140000"/>
                  </a:schemeClr>
                </a:solidFill>
                <a:prstDash val="solid"/>
                <a:miter lim="800000"/>
              </a:ln>
              <a:noFill/>
              <a:effectLst>
                <a:outerShdw blurRad="25500" dist="23000" dir="7020000" algn="tl">
                  <a:srgbClr val="000000">
                    <a:alpha val="50000"/>
                  </a:srgbClr>
                </a:outerShdw>
              </a:effectLst>
              <a:latin typeface="Century Gothic"/>
              <a:ea typeface="Century Gothic"/>
              <a:cs typeface="Century Gothic"/>
              <a:sym typeface="Century Gothic"/>
            </a:endParaRPr>
          </a:p>
        </p:txBody>
      </p:sp>
      <p:sp>
        <p:nvSpPr>
          <p:cNvPr id="1048764" name="Google Shape;324;p22"/>
          <p:cNvSpPr/>
          <p:nvPr/>
        </p:nvSpPr>
        <p:spPr>
          <a:xfrm rot="10800000" flipH="1">
            <a:off x="8422552" y="4422052"/>
            <a:ext cx="1442895" cy="1442895"/>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500"/>
                                  </p:stCondLst>
                                  <p:childTnLst>
                                    <p:set>
                                      <p:cBhvr>
                                        <p:cTn id="6" dur="1" fill="hold">
                                          <p:stCondLst>
                                            <p:cond delay="0"/>
                                          </p:stCondLst>
                                        </p:cTn>
                                        <p:tgtEl>
                                          <p:spTgt spid="1048762"/>
                                        </p:tgtEl>
                                        <p:attrNameLst>
                                          <p:attrName>style.visibility</p:attrName>
                                        </p:attrNameLst>
                                      </p:cBhvr>
                                      <p:to>
                                        <p:strVal val="visible"/>
                                      </p:to>
                                    </p:set>
                                    <p:anim calcmode="lin" valueType="num">
                                      <p:cBhvr additive="base">
                                        <p:cTn id="7" dur="500"/>
                                        <p:tgtEl>
                                          <p:spTgt spid="1048762"/>
                                        </p:tgtEl>
                                        <p:attrNameLst>
                                          <p:attrName>ppt_w</p:attrName>
                                        </p:attrNameLst>
                                      </p:cBhvr>
                                      <p:tavLst>
                                        <p:tav tm="0">
                                          <p:val>
                                            <p:strVal val="0"/>
                                          </p:val>
                                        </p:tav>
                                        <p:tav tm="100000">
                                          <p:val>
                                            <p:strVal val="#ppt_w"/>
                                          </p:val>
                                        </p:tav>
                                      </p:tavLst>
                                    </p:anim>
                                    <p:anim calcmode="lin" valueType="num">
                                      <p:cBhvr additive="base">
                                        <p:cTn id="8" dur="500"/>
                                        <p:tgtEl>
                                          <p:spTgt spid="1048762"/>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1048763"/>
                                        </p:tgtEl>
                                        <p:attrNameLst>
                                          <p:attrName>style.visibility</p:attrName>
                                        </p:attrNameLst>
                                      </p:cBhvr>
                                      <p:to>
                                        <p:strVal val="visible"/>
                                      </p:to>
                                    </p:set>
                                    <p:anim calcmode="lin" valueType="num">
                                      <p:cBhvr additive="base">
                                        <p:cTn id="11" dur="500"/>
                                        <p:tgtEl>
                                          <p:spTgt spid="1048763"/>
                                        </p:tgtEl>
                                        <p:attrNameLst>
                                          <p:attrName>ppt_w</p:attrName>
                                        </p:attrNameLst>
                                      </p:cBhvr>
                                      <p:tavLst>
                                        <p:tav tm="0">
                                          <p:val>
                                            <p:strVal val="0"/>
                                          </p:val>
                                        </p:tav>
                                        <p:tav tm="100000">
                                          <p:val>
                                            <p:strVal val="#ppt_w"/>
                                          </p:val>
                                        </p:tav>
                                      </p:tavLst>
                                    </p:anim>
                                    <p:anim calcmode="lin" valueType="num">
                                      <p:cBhvr additive="base">
                                        <p:cTn id="12" dur="500"/>
                                        <p:tgtEl>
                                          <p:spTgt spid="1048763"/>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250"/>
                                  </p:stCondLst>
                                  <p:childTnLst>
                                    <p:set>
                                      <p:cBhvr>
                                        <p:cTn id="14" dur="1" fill="hold">
                                          <p:stCondLst>
                                            <p:cond delay="0"/>
                                          </p:stCondLst>
                                        </p:cTn>
                                        <p:tgtEl>
                                          <p:spTgt spid="1048764"/>
                                        </p:tgtEl>
                                        <p:attrNameLst>
                                          <p:attrName>style.visibility</p:attrName>
                                        </p:attrNameLst>
                                      </p:cBhvr>
                                      <p:to>
                                        <p:strVal val="visible"/>
                                      </p:to>
                                    </p:set>
                                    <p:anim calcmode="lin" valueType="num">
                                      <p:cBhvr additive="base">
                                        <p:cTn id="15" dur="500"/>
                                        <p:tgtEl>
                                          <p:spTgt spid="1048764"/>
                                        </p:tgtEl>
                                        <p:attrNameLst>
                                          <p:attrName>ppt_w</p:attrName>
                                        </p:attrNameLst>
                                      </p:cBhvr>
                                      <p:tavLst>
                                        <p:tav tm="0">
                                          <p:val>
                                            <p:strVal val="0"/>
                                          </p:val>
                                        </p:tav>
                                        <p:tav tm="100000">
                                          <p:val>
                                            <p:strVal val="#ppt_w"/>
                                          </p:val>
                                        </p:tav>
                                      </p:tavLst>
                                    </p:anim>
                                    <p:anim calcmode="lin" valueType="num">
                                      <p:cBhvr additive="base">
                                        <p:cTn id="16" dur="500"/>
                                        <p:tgtEl>
                                          <p:spTgt spid="104876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048768" name="Google Shape;184;p17"/>
          <p:cNvSpPr/>
          <p:nvPr/>
        </p:nvSpPr>
        <p:spPr>
          <a:xfrm rot="10800000" flipH="1">
            <a:off x="466726" y="228401"/>
            <a:ext cx="496860" cy="496860"/>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769" name="Google Shape;185;p17"/>
          <p:cNvSpPr/>
          <p:nvPr/>
        </p:nvSpPr>
        <p:spPr>
          <a:xfrm rot="10800000" flipH="1">
            <a:off x="-248430" y="-268460"/>
            <a:ext cx="1058055" cy="1058055"/>
          </a:xfrm>
          <a:prstGeom prst="ellipse">
            <a:avLst/>
          </a:prstGeom>
          <a:noFill/>
          <a:ln w="12700" cap="flat" cmpd="sng">
            <a:solidFill>
              <a:srgbClr val="00206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770" name="Google Shape;186;p17"/>
          <p:cNvSpPr txBox="1"/>
          <p:nvPr/>
        </p:nvSpPr>
        <p:spPr>
          <a:xfrm>
            <a:off x="517512" y="303706"/>
            <a:ext cx="395287" cy="346249"/>
          </a:xfrm>
          <a:prstGeom prst="rect">
            <a:avLst/>
          </a:prstGeom>
          <a:solidFill>
            <a:srgbClr val="002060"/>
          </a:solidFill>
          <a:ln>
            <a:noFill/>
          </a:ln>
        </p:spPr>
        <p:txBody>
          <a:bodyPr spcFirstLastPara="1" wrap="square" lIns="68575" tIns="34275" rIns="68575" bIns="34275" anchor="t" anchorCtr="0">
            <a:noAutofit/>
          </a:bodyPr>
          <a:lstStyle/>
          <a:p>
            <a:pPr marL="0" marR="0" lvl="0" indent="0" algn="just" rtl="0">
              <a:spcBef>
                <a:spcPts val="0"/>
              </a:spcBef>
              <a:spcAft>
                <a:spcPts val="0"/>
              </a:spcAft>
              <a:buNone/>
            </a:pPr>
            <a:r>
              <a:rPr lang="tr-TR" sz="1800" dirty="0">
                <a:solidFill>
                  <a:schemeClr val="lt1"/>
                </a:solidFill>
                <a:latin typeface="Century Gothic"/>
                <a:ea typeface="Century Gothic"/>
                <a:cs typeface="Century Gothic"/>
                <a:sym typeface="Century Gothic"/>
              </a:rPr>
              <a:t>0</a:t>
            </a:r>
            <a:r>
              <a:rPr lang="fr-FR" sz="1800" dirty="0">
                <a:solidFill>
                  <a:schemeClr val="lt1"/>
                </a:solidFill>
                <a:latin typeface="Century Gothic"/>
                <a:ea typeface="Century Gothic"/>
                <a:cs typeface="Century Gothic"/>
                <a:sym typeface="Century Gothic"/>
              </a:rPr>
              <a:t>4</a:t>
            </a:r>
            <a:endParaRPr sz="1800" dirty="0">
              <a:solidFill>
                <a:schemeClr val="lt1"/>
              </a:solidFill>
              <a:latin typeface="Century Gothic"/>
              <a:ea typeface="Century Gothic"/>
              <a:cs typeface="Century Gothic"/>
              <a:sym typeface="Century Gothic"/>
            </a:endParaRPr>
          </a:p>
        </p:txBody>
      </p:sp>
      <p:sp>
        <p:nvSpPr>
          <p:cNvPr id="1048771" name="Google Shape;187;p17"/>
          <p:cNvSpPr txBox="1"/>
          <p:nvPr/>
        </p:nvSpPr>
        <p:spPr>
          <a:xfrm>
            <a:off x="1240251" y="303706"/>
            <a:ext cx="4050476" cy="561193"/>
          </a:xfrm>
          <a:prstGeom prst="rect">
            <a:avLst/>
          </a:prstGeom>
          <a:noFill/>
          <a:ln>
            <a:noFill/>
          </a:ln>
        </p:spPr>
        <p:txBody>
          <a:bodyPr spcFirstLastPara="1" wrap="square" lIns="68575" tIns="34275" rIns="68575" bIns="34275" anchor="t" anchorCtr="0">
            <a:noAutofit/>
          </a:bodyPr>
          <a:lstStyle/>
          <a:p>
            <a:pPr marL="0" marR="0" lvl="0" indent="0" rtl="0">
              <a:spcBef>
                <a:spcPts val="0"/>
              </a:spcBef>
              <a:spcAft>
                <a:spcPts val="0"/>
              </a:spcAft>
              <a:buNone/>
            </a:pPr>
            <a:r>
              <a:rPr lang="fr-FR" sz="2000" b="1" dirty="0">
                <a:solidFill>
                  <a:srgbClr val="002060"/>
                </a:solidFill>
                <a:latin typeface="Century Gothic"/>
                <a:ea typeface="Century Gothic"/>
                <a:cs typeface="Century Gothic"/>
                <a:sym typeface="Century Gothic"/>
              </a:rPr>
              <a:t>Analyse et Critique de l’existant</a:t>
            </a:r>
            <a:endParaRPr sz="2000" b="1" dirty="0">
              <a:solidFill>
                <a:srgbClr val="002060"/>
              </a:solidFill>
              <a:latin typeface="Century Gothic"/>
              <a:ea typeface="Century Gothic"/>
              <a:cs typeface="Century Gothic"/>
              <a:sym typeface="Century Gothic"/>
            </a:endParaRPr>
          </a:p>
        </p:txBody>
      </p:sp>
      <p:sp>
        <p:nvSpPr>
          <p:cNvPr id="1048772" name="Google Shape;192;p17"/>
          <p:cNvSpPr/>
          <p:nvPr/>
        </p:nvSpPr>
        <p:spPr>
          <a:xfrm>
            <a:off x="663254" y="3200844"/>
            <a:ext cx="4141546" cy="1202802"/>
          </a:xfrm>
          <a:prstGeom prst="rect">
            <a:avLst/>
          </a:prstGeom>
          <a:noFill/>
          <a:ln>
            <a:noFill/>
          </a:ln>
        </p:spPr>
        <p:txBody>
          <a:bodyPr spcFirstLastPara="1" wrap="square" lIns="68575" tIns="34275" rIns="68575" bIns="34275" anchor="t" anchorCtr="0">
            <a:noAutofit/>
          </a:bodyPr>
          <a:lstStyle/>
          <a:p>
            <a:pPr marR="0" lvl="0" rtl="0">
              <a:lnSpc>
                <a:spcPct val="150000"/>
              </a:lnSpc>
              <a:spcBef>
                <a:spcPts val="0"/>
              </a:spcBef>
              <a:spcAft>
                <a:spcPts val="0"/>
              </a:spcAft>
            </a:pPr>
            <a:endParaRPr lang="pt-BR" sz="1200" dirty="0">
              <a:solidFill>
                <a:srgbClr val="595959"/>
              </a:solidFill>
              <a:latin typeface="Century Gothic"/>
              <a:ea typeface="Century Gothic"/>
              <a:cs typeface="Century Gothic"/>
              <a:sym typeface="Century Gothic"/>
            </a:endParaRPr>
          </a:p>
        </p:txBody>
      </p:sp>
      <p:sp>
        <p:nvSpPr>
          <p:cNvPr id="1048773" name="Google Shape;327;p22"/>
          <p:cNvSpPr/>
          <p:nvPr/>
        </p:nvSpPr>
        <p:spPr>
          <a:xfrm rot="10800000" flipH="1">
            <a:off x="192790" y="3056208"/>
            <a:ext cx="175614" cy="175614"/>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774" name="Google Shape;325;p22"/>
          <p:cNvSpPr/>
          <p:nvPr/>
        </p:nvSpPr>
        <p:spPr>
          <a:xfrm rot="10800000" flipH="1">
            <a:off x="8626488" y="223890"/>
            <a:ext cx="330450" cy="330450"/>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1">
              <a:ln w="18000">
                <a:solidFill>
                  <a:schemeClr val="accent2">
                    <a:satMod val="140000"/>
                  </a:schemeClr>
                </a:solidFill>
                <a:prstDash val="solid"/>
                <a:miter lim="800000"/>
              </a:ln>
              <a:noFill/>
              <a:effectLst>
                <a:outerShdw blurRad="25500" dist="23000" dir="7020000" algn="tl">
                  <a:srgbClr val="000000">
                    <a:alpha val="50000"/>
                  </a:srgbClr>
                </a:outerShdw>
              </a:effectLst>
              <a:latin typeface="Century Gothic"/>
              <a:ea typeface="Century Gothic"/>
              <a:cs typeface="Century Gothic"/>
              <a:sym typeface="Century Gothic"/>
            </a:endParaRPr>
          </a:p>
        </p:txBody>
      </p:sp>
      <p:sp>
        <p:nvSpPr>
          <p:cNvPr id="1048775" name="Google Shape;324;p22"/>
          <p:cNvSpPr/>
          <p:nvPr/>
        </p:nvSpPr>
        <p:spPr>
          <a:xfrm rot="10800000" flipH="1">
            <a:off x="8422552" y="4422052"/>
            <a:ext cx="1442895" cy="1442895"/>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776" name="ZoneTexte 5"/>
          <p:cNvSpPr txBox="1"/>
          <p:nvPr/>
        </p:nvSpPr>
        <p:spPr>
          <a:xfrm>
            <a:off x="1053737" y="1105989"/>
            <a:ext cx="7427009" cy="738664"/>
          </a:xfrm>
          <a:prstGeom prst="rect">
            <a:avLst/>
          </a:prstGeom>
          <a:noFill/>
        </p:spPr>
        <p:txBody>
          <a:bodyPr wrap="square" rtlCol="0">
            <a:spAutoFit/>
          </a:bodyPr>
          <a:lstStyle/>
          <a:p>
            <a:pPr marL="285750" indent="-285750">
              <a:buFont typeface="Arial" panose="020B0604020202020204" pitchFamily="34" charset="0"/>
              <a:buChar char="•"/>
            </a:pPr>
            <a:r>
              <a:rPr lang="fr-FR" dirty="0"/>
              <a:t>Avant, Aris concept n’a pas encore générer des fiches de paie pour leur employé.</a:t>
            </a:r>
          </a:p>
          <a:p>
            <a:pPr marL="285750" indent="-285750">
              <a:buFont typeface="Arial" panose="020B0604020202020204" pitchFamily="34" charset="0"/>
              <a:buChar char="•"/>
            </a:pPr>
            <a:r>
              <a:rPr lang="fr-FR" dirty="0"/>
              <a:t>Chaque employé réclame toujours que leurs salaires ne sont pas complets.</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500"/>
                                  </p:stCondLst>
                                  <p:childTnLst>
                                    <p:set>
                                      <p:cBhvr>
                                        <p:cTn id="6" dur="1" fill="hold">
                                          <p:stCondLst>
                                            <p:cond delay="0"/>
                                          </p:stCondLst>
                                        </p:cTn>
                                        <p:tgtEl>
                                          <p:spTgt spid="1048773"/>
                                        </p:tgtEl>
                                        <p:attrNameLst>
                                          <p:attrName>style.visibility</p:attrName>
                                        </p:attrNameLst>
                                      </p:cBhvr>
                                      <p:to>
                                        <p:strVal val="visible"/>
                                      </p:to>
                                    </p:set>
                                    <p:anim calcmode="lin" valueType="num">
                                      <p:cBhvr additive="base">
                                        <p:cTn id="7" dur="500"/>
                                        <p:tgtEl>
                                          <p:spTgt spid="1048773"/>
                                        </p:tgtEl>
                                        <p:attrNameLst>
                                          <p:attrName>ppt_w</p:attrName>
                                        </p:attrNameLst>
                                      </p:cBhvr>
                                      <p:tavLst>
                                        <p:tav tm="0">
                                          <p:val>
                                            <p:strVal val="0"/>
                                          </p:val>
                                        </p:tav>
                                        <p:tav tm="100000">
                                          <p:val>
                                            <p:strVal val="#ppt_w"/>
                                          </p:val>
                                        </p:tav>
                                      </p:tavLst>
                                    </p:anim>
                                    <p:anim calcmode="lin" valueType="num">
                                      <p:cBhvr additive="base">
                                        <p:cTn id="8" dur="500"/>
                                        <p:tgtEl>
                                          <p:spTgt spid="1048773"/>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1048774"/>
                                        </p:tgtEl>
                                        <p:attrNameLst>
                                          <p:attrName>style.visibility</p:attrName>
                                        </p:attrNameLst>
                                      </p:cBhvr>
                                      <p:to>
                                        <p:strVal val="visible"/>
                                      </p:to>
                                    </p:set>
                                    <p:anim calcmode="lin" valueType="num">
                                      <p:cBhvr additive="base">
                                        <p:cTn id="11" dur="500"/>
                                        <p:tgtEl>
                                          <p:spTgt spid="1048774"/>
                                        </p:tgtEl>
                                        <p:attrNameLst>
                                          <p:attrName>ppt_w</p:attrName>
                                        </p:attrNameLst>
                                      </p:cBhvr>
                                      <p:tavLst>
                                        <p:tav tm="0">
                                          <p:val>
                                            <p:strVal val="0"/>
                                          </p:val>
                                        </p:tav>
                                        <p:tav tm="100000">
                                          <p:val>
                                            <p:strVal val="#ppt_w"/>
                                          </p:val>
                                        </p:tav>
                                      </p:tavLst>
                                    </p:anim>
                                    <p:anim calcmode="lin" valueType="num">
                                      <p:cBhvr additive="base">
                                        <p:cTn id="12" dur="500"/>
                                        <p:tgtEl>
                                          <p:spTgt spid="1048774"/>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250"/>
                                  </p:stCondLst>
                                  <p:childTnLst>
                                    <p:set>
                                      <p:cBhvr>
                                        <p:cTn id="14" dur="1" fill="hold">
                                          <p:stCondLst>
                                            <p:cond delay="0"/>
                                          </p:stCondLst>
                                        </p:cTn>
                                        <p:tgtEl>
                                          <p:spTgt spid="1048775"/>
                                        </p:tgtEl>
                                        <p:attrNameLst>
                                          <p:attrName>style.visibility</p:attrName>
                                        </p:attrNameLst>
                                      </p:cBhvr>
                                      <p:to>
                                        <p:strVal val="visible"/>
                                      </p:to>
                                    </p:set>
                                    <p:anim calcmode="lin" valueType="num">
                                      <p:cBhvr additive="base">
                                        <p:cTn id="15" dur="500"/>
                                        <p:tgtEl>
                                          <p:spTgt spid="1048775"/>
                                        </p:tgtEl>
                                        <p:attrNameLst>
                                          <p:attrName>ppt_w</p:attrName>
                                        </p:attrNameLst>
                                      </p:cBhvr>
                                      <p:tavLst>
                                        <p:tav tm="0">
                                          <p:val>
                                            <p:strVal val="0"/>
                                          </p:val>
                                        </p:tav>
                                        <p:tav tm="100000">
                                          <p:val>
                                            <p:strVal val="#ppt_w"/>
                                          </p:val>
                                        </p:tav>
                                      </p:tavLst>
                                    </p:anim>
                                    <p:anim calcmode="lin" valueType="num">
                                      <p:cBhvr additive="base">
                                        <p:cTn id="16" dur="500"/>
                                        <p:tgtEl>
                                          <p:spTgt spid="1048775"/>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048780" name="Google Shape;184;p17"/>
          <p:cNvSpPr/>
          <p:nvPr/>
        </p:nvSpPr>
        <p:spPr>
          <a:xfrm rot="10800000" flipH="1">
            <a:off x="466726" y="228401"/>
            <a:ext cx="496860" cy="496860"/>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781" name="Google Shape;185;p17"/>
          <p:cNvSpPr/>
          <p:nvPr/>
        </p:nvSpPr>
        <p:spPr>
          <a:xfrm rot="10800000" flipH="1">
            <a:off x="-248430" y="-268460"/>
            <a:ext cx="1058055" cy="1058055"/>
          </a:xfrm>
          <a:prstGeom prst="ellipse">
            <a:avLst/>
          </a:prstGeom>
          <a:noFill/>
          <a:ln w="12700" cap="flat" cmpd="sng">
            <a:solidFill>
              <a:srgbClr val="00206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782" name="Google Shape;186;p17"/>
          <p:cNvSpPr txBox="1"/>
          <p:nvPr/>
        </p:nvSpPr>
        <p:spPr>
          <a:xfrm>
            <a:off x="517512" y="303706"/>
            <a:ext cx="395287" cy="346249"/>
          </a:xfrm>
          <a:prstGeom prst="rect">
            <a:avLst/>
          </a:prstGeom>
          <a:solidFill>
            <a:srgbClr val="002060"/>
          </a:solidFill>
          <a:ln>
            <a:noFill/>
          </a:ln>
        </p:spPr>
        <p:txBody>
          <a:bodyPr spcFirstLastPara="1" wrap="square" lIns="68575" tIns="34275" rIns="68575" bIns="34275" anchor="t" anchorCtr="0">
            <a:noAutofit/>
          </a:bodyPr>
          <a:lstStyle/>
          <a:p>
            <a:pPr marL="0" marR="0" lvl="0" indent="0" algn="just" rtl="0">
              <a:spcBef>
                <a:spcPts val="0"/>
              </a:spcBef>
              <a:spcAft>
                <a:spcPts val="0"/>
              </a:spcAft>
              <a:buNone/>
            </a:pPr>
            <a:r>
              <a:rPr lang="tr-TR" sz="1800" dirty="0">
                <a:solidFill>
                  <a:schemeClr val="lt1"/>
                </a:solidFill>
                <a:latin typeface="Century Gothic"/>
                <a:ea typeface="Century Gothic"/>
                <a:cs typeface="Century Gothic"/>
                <a:sym typeface="Century Gothic"/>
              </a:rPr>
              <a:t>0</a:t>
            </a:r>
            <a:r>
              <a:rPr lang="fr-FR" sz="1800" dirty="0">
                <a:solidFill>
                  <a:schemeClr val="lt1"/>
                </a:solidFill>
                <a:latin typeface="Century Gothic"/>
                <a:ea typeface="Century Gothic"/>
                <a:cs typeface="Century Gothic"/>
                <a:sym typeface="Century Gothic"/>
              </a:rPr>
              <a:t>5</a:t>
            </a:r>
            <a:endParaRPr sz="1800" dirty="0">
              <a:solidFill>
                <a:schemeClr val="lt1"/>
              </a:solidFill>
              <a:latin typeface="Century Gothic"/>
              <a:ea typeface="Century Gothic"/>
              <a:cs typeface="Century Gothic"/>
              <a:sym typeface="Century Gothic"/>
            </a:endParaRPr>
          </a:p>
        </p:txBody>
      </p:sp>
      <p:sp>
        <p:nvSpPr>
          <p:cNvPr id="1048783" name="Google Shape;187;p17"/>
          <p:cNvSpPr txBox="1"/>
          <p:nvPr/>
        </p:nvSpPr>
        <p:spPr>
          <a:xfrm>
            <a:off x="1240251" y="303706"/>
            <a:ext cx="4050476" cy="561193"/>
          </a:xfrm>
          <a:prstGeom prst="rect">
            <a:avLst/>
          </a:prstGeom>
          <a:noFill/>
          <a:ln>
            <a:noFill/>
          </a:ln>
        </p:spPr>
        <p:txBody>
          <a:bodyPr spcFirstLastPara="1" wrap="square" lIns="68575" tIns="34275" rIns="68575" bIns="34275" anchor="t" anchorCtr="0">
            <a:noAutofit/>
          </a:bodyPr>
          <a:lstStyle/>
          <a:p>
            <a:pPr marL="0" marR="0" lvl="0" indent="0" rtl="0">
              <a:spcBef>
                <a:spcPts val="0"/>
              </a:spcBef>
              <a:spcAft>
                <a:spcPts val="0"/>
              </a:spcAft>
              <a:buNone/>
            </a:pPr>
            <a:r>
              <a:rPr lang="fr-FR" sz="2000" b="1" dirty="0">
                <a:solidFill>
                  <a:srgbClr val="002060"/>
                </a:solidFill>
                <a:latin typeface="Century Gothic"/>
                <a:ea typeface="Century Gothic"/>
                <a:cs typeface="Century Gothic"/>
                <a:sym typeface="Century Gothic"/>
              </a:rPr>
              <a:t>Problématique</a:t>
            </a:r>
            <a:endParaRPr sz="2000" b="1" dirty="0">
              <a:solidFill>
                <a:srgbClr val="002060"/>
              </a:solidFill>
              <a:latin typeface="Century Gothic"/>
              <a:ea typeface="Century Gothic"/>
              <a:cs typeface="Century Gothic"/>
              <a:sym typeface="Century Gothic"/>
            </a:endParaRPr>
          </a:p>
        </p:txBody>
      </p:sp>
      <p:sp>
        <p:nvSpPr>
          <p:cNvPr id="1048784" name="Google Shape;192;p17"/>
          <p:cNvSpPr/>
          <p:nvPr/>
        </p:nvSpPr>
        <p:spPr>
          <a:xfrm>
            <a:off x="663254" y="3200844"/>
            <a:ext cx="4141546" cy="1202802"/>
          </a:xfrm>
          <a:prstGeom prst="rect">
            <a:avLst/>
          </a:prstGeom>
          <a:noFill/>
          <a:ln>
            <a:noFill/>
          </a:ln>
        </p:spPr>
        <p:txBody>
          <a:bodyPr spcFirstLastPara="1" wrap="square" lIns="68575" tIns="34275" rIns="68575" bIns="34275" anchor="t" anchorCtr="0">
            <a:noAutofit/>
          </a:bodyPr>
          <a:lstStyle/>
          <a:p>
            <a:pPr marR="0" lvl="0" rtl="0">
              <a:lnSpc>
                <a:spcPct val="150000"/>
              </a:lnSpc>
              <a:spcBef>
                <a:spcPts val="0"/>
              </a:spcBef>
              <a:spcAft>
                <a:spcPts val="0"/>
              </a:spcAft>
            </a:pPr>
            <a:endParaRPr lang="pt-BR" sz="1200" dirty="0">
              <a:solidFill>
                <a:srgbClr val="595959"/>
              </a:solidFill>
              <a:latin typeface="Century Gothic"/>
              <a:ea typeface="Century Gothic"/>
              <a:cs typeface="Century Gothic"/>
              <a:sym typeface="Century Gothic"/>
            </a:endParaRPr>
          </a:p>
        </p:txBody>
      </p:sp>
      <p:sp>
        <p:nvSpPr>
          <p:cNvPr id="1048785" name="Google Shape;327;p22"/>
          <p:cNvSpPr/>
          <p:nvPr/>
        </p:nvSpPr>
        <p:spPr>
          <a:xfrm rot="10800000" flipH="1">
            <a:off x="192790" y="3056208"/>
            <a:ext cx="175614" cy="175614"/>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786" name="Google Shape;325;p22"/>
          <p:cNvSpPr/>
          <p:nvPr/>
        </p:nvSpPr>
        <p:spPr>
          <a:xfrm rot="10800000" flipH="1">
            <a:off x="8626488" y="223890"/>
            <a:ext cx="330450" cy="330450"/>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1">
              <a:ln w="18000">
                <a:solidFill>
                  <a:schemeClr val="accent2">
                    <a:satMod val="140000"/>
                  </a:schemeClr>
                </a:solidFill>
                <a:prstDash val="solid"/>
                <a:miter lim="800000"/>
              </a:ln>
              <a:noFill/>
              <a:effectLst>
                <a:outerShdw blurRad="25500" dist="23000" dir="7020000" algn="tl">
                  <a:srgbClr val="000000">
                    <a:alpha val="50000"/>
                  </a:srgbClr>
                </a:outerShdw>
              </a:effectLst>
              <a:latin typeface="Century Gothic"/>
              <a:ea typeface="Century Gothic"/>
              <a:cs typeface="Century Gothic"/>
              <a:sym typeface="Century Gothic"/>
            </a:endParaRPr>
          </a:p>
        </p:txBody>
      </p:sp>
      <p:sp>
        <p:nvSpPr>
          <p:cNvPr id="1048787" name="Google Shape;324;p22"/>
          <p:cNvSpPr/>
          <p:nvPr/>
        </p:nvSpPr>
        <p:spPr>
          <a:xfrm rot="10800000" flipH="1">
            <a:off x="8422552" y="4422052"/>
            <a:ext cx="1442895" cy="1442895"/>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788" name="ZoneTexte 4"/>
          <p:cNvSpPr txBox="1"/>
          <p:nvPr/>
        </p:nvSpPr>
        <p:spPr>
          <a:xfrm>
            <a:off x="2037806" y="2238103"/>
            <a:ext cx="1210491" cy="299720"/>
          </a:xfrm>
          <a:prstGeom prst="rect">
            <a:avLst/>
          </a:prstGeom>
          <a:noFill/>
        </p:spPr>
        <p:txBody>
          <a:bodyPr wrap="square" rtlCol="0">
            <a:spAutoFit/>
          </a:bodyPr>
          <a:lstStyle/>
          <a:p>
            <a:endParaRPr lang="fr-FR" dirty="0"/>
          </a:p>
        </p:txBody>
      </p:sp>
      <p:pic>
        <p:nvPicPr>
          <p:cNvPr id="2097172" name="Image 7"/>
          <p:cNvPicPr>
            <a:picLocks noChangeAspect="1"/>
          </p:cNvPicPr>
          <p:nvPr/>
        </p:nvPicPr>
        <p:blipFill>
          <a:blip r:embed="rId3"/>
          <a:srcRect t="5961" b="5961"/>
          <a:stretch>
            <a:fillRect/>
          </a:stretch>
        </p:blipFill>
        <p:spPr>
          <a:xfrm>
            <a:off x="1541418" y="1847294"/>
            <a:ext cx="1365616" cy="120280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048789" name="Bulle narrative : ronde 11"/>
          <p:cNvSpPr/>
          <p:nvPr/>
        </p:nvSpPr>
        <p:spPr>
          <a:xfrm>
            <a:off x="3056244" y="620348"/>
            <a:ext cx="4050476" cy="1018903"/>
          </a:xfrm>
          <a:prstGeom prst="wedgeEllipseCallout">
            <a:avLst>
              <a:gd name="adj1" fmla="val -57598"/>
              <a:gd name="adj2" fmla="val 8044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pPr>
            <a:endParaRPr lang="fr-FR" dirty="0">
              <a:ln w="0"/>
              <a:solidFill>
                <a:schemeClr val="tx1"/>
              </a:solidFill>
              <a:effectLst>
                <a:outerShdw blurRad="38100" dist="19050" dir="2700000" algn="tl" rotWithShape="0">
                  <a:schemeClr val="dk1">
                    <a:alpha val="40000"/>
                  </a:schemeClr>
                </a:outerShdw>
              </a:effectLst>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pPr>
            <a:endParaRPr lang="fr-FR" dirty="0">
              <a:ln w="0"/>
              <a:solidFill>
                <a:schemeClr val="tx1"/>
              </a:solidFill>
              <a:effectLst>
                <a:outerShdw blurRad="38100" dist="19050" dir="2700000" algn="tl" rotWithShape="0">
                  <a:schemeClr val="dk1">
                    <a:alpha val="40000"/>
                  </a:schemeClr>
                </a:outerShdw>
              </a:effectLst>
            </a:endParaRPr>
          </a:p>
          <a:p>
            <a:endParaRPr lang="fr-FR" dirty="0"/>
          </a:p>
          <a:p>
            <a:pPr lvl="1" algn="ctr"/>
            <a:r>
              <a:rPr lang="fr-FR" dirty="0"/>
              <a:t>Comment concevoir une application fiable et sécurisée pour gérer les salaires ?</a:t>
            </a:r>
          </a:p>
          <a:p>
            <a:pPr marL="0" lvl="0" indent="0" algn="l" rtl="0">
              <a:spcBef>
                <a:spcPts val="0"/>
              </a:spcBef>
              <a:spcAft>
                <a:spcPts val="0"/>
              </a:spcAft>
              <a:buNone/>
            </a:pPr>
            <a:endParaRPr lang="fr-FR" dirty="0">
              <a:ln w="0"/>
              <a:solidFill>
                <a:schemeClr val="tx1"/>
              </a:solidFill>
              <a:effectLst>
                <a:outerShdw blurRad="38100" dist="19050" dir="2700000" algn="tl" rotWithShape="0">
                  <a:schemeClr val="dk1">
                    <a:alpha val="40000"/>
                  </a:schemeClr>
                </a:outerShdw>
              </a:effectLst>
            </a:endParaRPr>
          </a:p>
          <a:p>
            <a:pPr algn="ctr"/>
            <a:endParaRPr lang="fr-FR"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500"/>
                                  </p:stCondLst>
                                  <p:childTnLst>
                                    <p:set>
                                      <p:cBhvr>
                                        <p:cTn id="6" dur="1" fill="hold">
                                          <p:stCondLst>
                                            <p:cond delay="0"/>
                                          </p:stCondLst>
                                        </p:cTn>
                                        <p:tgtEl>
                                          <p:spTgt spid="1048785"/>
                                        </p:tgtEl>
                                        <p:attrNameLst>
                                          <p:attrName>style.visibility</p:attrName>
                                        </p:attrNameLst>
                                      </p:cBhvr>
                                      <p:to>
                                        <p:strVal val="visible"/>
                                      </p:to>
                                    </p:set>
                                    <p:anim calcmode="lin" valueType="num">
                                      <p:cBhvr additive="base">
                                        <p:cTn id="7" dur="500"/>
                                        <p:tgtEl>
                                          <p:spTgt spid="1048785"/>
                                        </p:tgtEl>
                                        <p:attrNameLst>
                                          <p:attrName>ppt_w</p:attrName>
                                        </p:attrNameLst>
                                      </p:cBhvr>
                                      <p:tavLst>
                                        <p:tav tm="0">
                                          <p:val>
                                            <p:strVal val="0"/>
                                          </p:val>
                                        </p:tav>
                                        <p:tav tm="100000">
                                          <p:val>
                                            <p:strVal val="#ppt_w"/>
                                          </p:val>
                                        </p:tav>
                                      </p:tavLst>
                                    </p:anim>
                                    <p:anim calcmode="lin" valueType="num">
                                      <p:cBhvr additive="base">
                                        <p:cTn id="8" dur="500"/>
                                        <p:tgtEl>
                                          <p:spTgt spid="1048785"/>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1048786"/>
                                        </p:tgtEl>
                                        <p:attrNameLst>
                                          <p:attrName>style.visibility</p:attrName>
                                        </p:attrNameLst>
                                      </p:cBhvr>
                                      <p:to>
                                        <p:strVal val="visible"/>
                                      </p:to>
                                    </p:set>
                                    <p:anim calcmode="lin" valueType="num">
                                      <p:cBhvr additive="base">
                                        <p:cTn id="11" dur="500"/>
                                        <p:tgtEl>
                                          <p:spTgt spid="1048786"/>
                                        </p:tgtEl>
                                        <p:attrNameLst>
                                          <p:attrName>ppt_w</p:attrName>
                                        </p:attrNameLst>
                                      </p:cBhvr>
                                      <p:tavLst>
                                        <p:tav tm="0">
                                          <p:val>
                                            <p:strVal val="0"/>
                                          </p:val>
                                        </p:tav>
                                        <p:tav tm="100000">
                                          <p:val>
                                            <p:strVal val="#ppt_w"/>
                                          </p:val>
                                        </p:tav>
                                      </p:tavLst>
                                    </p:anim>
                                    <p:anim calcmode="lin" valueType="num">
                                      <p:cBhvr additive="base">
                                        <p:cTn id="12" dur="500"/>
                                        <p:tgtEl>
                                          <p:spTgt spid="1048786"/>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250"/>
                                  </p:stCondLst>
                                  <p:childTnLst>
                                    <p:set>
                                      <p:cBhvr>
                                        <p:cTn id="14" dur="1" fill="hold">
                                          <p:stCondLst>
                                            <p:cond delay="0"/>
                                          </p:stCondLst>
                                        </p:cTn>
                                        <p:tgtEl>
                                          <p:spTgt spid="1048787"/>
                                        </p:tgtEl>
                                        <p:attrNameLst>
                                          <p:attrName>style.visibility</p:attrName>
                                        </p:attrNameLst>
                                      </p:cBhvr>
                                      <p:to>
                                        <p:strVal val="visible"/>
                                      </p:to>
                                    </p:set>
                                    <p:anim calcmode="lin" valueType="num">
                                      <p:cBhvr additive="base">
                                        <p:cTn id="15" dur="500"/>
                                        <p:tgtEl>
                                          <p:spTgt spid="1048787"/>
                                        </p:tgtEl>
                                        <p:attrNameLst>
                                          <p:attrName>ppt_w</p:attrName>
                                        </p:attrNameLst>
                                      </p:cBhvr>
                                      <p:tavLst>
                                        <p:tav tm="0">
                                          <p:val>
                                            <p:strVal val="0"/>
                                          </p:val>
                                        </p:tav>
                                        <p:tav tm="100000">
                                          <p:val>
                                            <p:strVal val="#ppt_w"/>
                                          </p:val>
                                        </p:tav>
                                      </p:tavLst>
                                    </p:anim>
                                    <p:anim calcmode="lin" valueType="num">
                                      <p:cBhvr additive="base">
                                        <p:cTn id="16" dur="500"/>
                                        <p:tgtEl>
                                          <p:spTgt spid="1048787"/>
                                        </p:tgtEl>
                                        <p:attrNameLst>
                                          <p:attrName>ppt_h</p:attrName>
                                        </p:attrNameLst>
                                      </p:cBhvr>
                                      <p:tavLst>
                                        <p:tav tm="0">
                                          <p:val>
                                            <p:strVal val="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097172"/>
                                        </p:tgtEl>
                                        <p:attrNameLst>
                                          <p:attrName>style.visibility</p:attrName>
                                        </p:attrNameLst>
                                      </p:cBhvr>
                                      <p:to>
                                        <p:strVal val="visible"/>
                                      </p:to>
                                    </p:set>
                                    <p:anim calcmode="lin" valueType="num">
                                      <p:cBhvr additive="base">
                                        <p:cTn id="21" dur="500" fill="hold"/>
                                        <p:tgtEl>
                                          <p:spTgt spid="2097172"/>
                                        </p:tgtEl>
                                        <p:attrNameLst>
                                          <p:attrName>ppt_x</p:attrName>
                                        </p:attrNameLst>
                                      </p:cBhvr>
                                      <p:tavLst>
                                        <p:tav tm="0">
                                          <p:val>
                                            <p:strVal val="#ppt_x"/>
                                          </p:val>
                                        </p:tav>
                                        <p:tav tm="100000">
                                          <p:val>
                                            <p:strVal val="#ppt_x"/>
                                          </p:val>
                                        </p:tav>
                                      </p:tavLst>
                                    </p:anim>
                                    <p:anim calcmode="lin" valueType="num">
                                      <p:cBhvr additive="base">
                                        <p:cTn id="22" dur="500" fill="hold"/>
                                        <p:tgtEl>
                                          <p:spTgt spid="2097172"/>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048789"/>
                                        </p:tgtEl>
                                        <p:attrNameLst>
                                          <p:attrName>style.visibility</p:attrName>
                                        </p:attrNameLst>
                                      </p:cBhvr>
                                      <p:to>
                                        <p:strVal val="visible"/>
                                      </p:to>
                                    </p:set>
                                    <p:anim calcmode="lin" valueType="num">
                                      <p:cBhvr additive="base">
                                        <p:cTn id="25" dur="500" fill="hold"/>
                                        <p:tgtEl>
                                          <p:spTgt spid="1048789"/>
                                        </p:tgtEl>
                                        <p:attrNameLst>
                                          <p:attrName>ppt_x</p:attrName>
                                        </p:attrNameLst>
                                      </p:cBhvr>
                                      <p:tavLst>
                                        <p:tav tm="0">
                                          <p:val>
                                            <p:strVal val="#ppt_x"/>
                                          </p:val>
                                        </p:tav>
                                        <p:tav tm="100000">
                                          <p:val>
                                            <p:strVal val="#ppt_x"/>
                                          </p:val>
                                        </p:tav>
                                      </p:tavLst>
                                    </p:anim>
                                    <p:anim calcmode="lin" valueType="num">
                                      <p:cBhvr additive="base">
                                        <p:cTn id="26" dur="500" fill="hold"/>
                                        <p:tgtEl>
                                          <p:spTgt spid="10487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8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048793" name="Google Shape;184;p17"/>
          <p:cNvSpPr/>
          <p:nvPr/>
        </p:nvSpPr>
        <p:spPr>
          <a:xfrm rot="10800000" flipH="1">
            <a:off x="466726" y="228401"/>
            <a:ext cx="496860" cy="496860"/>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794" name="Google Shape;185;p17"/>
          <p:cNvSpPr/>
          <p:nvPr/>
        </p:nvSpPr>
        <p:spPr>
          <a:xfrm rot="10800000" flipH="1">
            <a:off x="-248430" y="-268460"/>
            <a:ext cx="1058055" cy="1058055"/>
          </a:xfrm>
          <a:prstGeom prst="ellipse">
            <a:avLst/>
          </a:prstGeom>
          <a:noFill/>
          <a:ln w="12700" cap="flat" cmpd="sng">
            <a:solidFill>
              <a:srgbClr val="00206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795" name="Google Shape;186;p17"/>
          <p:cNvSpPr txBox="1"/>
          <p:nvPr/>
        </p:nvSpPr>
        <p:spPr>
          <a:xfrm>
            <a:off x="517512" y="303706"/>
            <a:ext cx="395287" cy="346249"/>
          </a:xfrm>
          <a:prstGeom prst="rect">
            <a:avLst/>
          </a:prstGeom>
          <a:solidFill>
            <a:srgbClr val="002060"/>
          </a:solidFill>
          <a:ln>
            <a:noFill/>
          </a:ln>
        </p:spPr>
        <p:txBody>
          <a:bodyPr spcFirstLastPara="1" wrap="square" lIns="68575" tIns="34275" rIns="68575" bIns="34275" anchor="t" anchorCtr="0">
            <a:noAutofit/>
          </a:bodyPr>
          <a:lstStyle/>
          <a:p>
            <a:pPr marL="0" marR="0" lvl="0" indent="0" algn="just" rtl="0">
              <a:spcBef>
                <a:spcPts val="0"/>
              </a:spcBef>
              <a:spcAft>
                <a:spcPts val="0"/>
              </a:spcAft>
              <a:buNone/>
            </a:pPr>
            <a:r>
              <a:rPr lang="tr-TR" sz="1800" dirty="0">
                <a:solidFill>
                  <a:schemeClr val="lt1"/>
                </a:solidFill>
                <a:latin typeface="Century Gothic"/>
                <a:ea typeface="Century Gothic"/>
                <a:cs typeface="Century Gothic"/>
                <a:sym typeface="Century Gothic"/>
              </a:rPr>
              <a:t>0</a:t>
            </a:r>
            <a:r>
              <a:rPr lang="fr-FR" sz="1800" dirty="0">
                <a:solidFill>
                  <a:schemeClr val="lt1"/>
                </a:solidFill>
                <a:latin typeface="Century Gothic"/>
                <a:ea typeface="Century Gothic"/>
                <a:cs typeface="Century Gothic"/>
                <a:sym typeface="Century Gothic"/>
              </a:rPr>
              <a:t>6</a:t>
            </a:r>
            <a:endParaRPr sz="1800" dirty="0">
              <a:solidFill>
                <a:schemeClr val="lt1"/>
              </a:solidFill>
              <a:latin typeface="Century Gothic"/>
              <a:ea typeface="Century Gothic"/>
              <a:cs typeface="Century Gothic"/>
              <a:sym typeface="Century Gothic"/>
            </a:endParaRPr>
          </a:p>
        </p:txBody>
      </p:sp>
      <p:sp>
        <p:nvSpPr>
          <p:cNvPr id="1048796" name="Google Shape;187;p17"/>
          <p:cNvSpPr txBox="1"/>
          <p:nvPr/>
        </p:nvSpPr>
        <p:spPr>
          <a:xfrm>
            <a:off x="1240251" y="303706"/>
            <a:ext cx="4050476" cy="561193"/>
          </a:xfrm>
          <a:prstGeom prst="rect">
            <a:avLst/>
          </a:prstGeom>
          <a:noFill/>
          <a:ln>
            <a:noFill/>
          </a:ln>
        </p:spPr>
        <p:txBody>
          <a:bodyPr spcFirstLastPara="1" wrap="square" lIns="68575" tIns="34275" rIns="68575" bIns="34275" anchor="t" anchorCtr="0">
            <a:noAutofit/>
          </a:bodyPr>
          <a:lstStyle/>
          <a:p>
            <a:pPr marL="0" marR="0" lvl="0" indent="0" rtl="0">
              <a:spcBef>
                <a:spcPts val="0"/>
              </a:spcBef>
              <a:spcAft>
                <a:spcPts val="0"/>
              </a:spcAft>
              <a:buNone/>
            </a:pPr>
            <a:r>
              <a:rPr lang="fr-FR" sz="2000" b="1" dirty="0">
                <a:solidFill>
                  <a:srgbClr val="002060"/>
                </a:solidFill>
                <a:latin typeface="Century Gothic"/>
                <a:ea typeface="Century Gothic"/>
                <a:cs typeface="Century Gothic"/>
                <a:sym typeface="Century Gothic"/>
              </a:rPr>
              <a:t>Solutions proposées</a:t>
            </a:r>
            <a:endParaRPr sz="2000" b="1" dirty="0">
              <a:solidFill>
                <a:srgbClr val="002060"/>
              </a:solidFill>
              <a:latin typeface="Century Gothic"/>
              <a:ea typeface="Century Gothic"/>
              <a:cs typeface="Century Gothic"/>
              <a:sym typeface="Century Gothic"/>
            </a:endParaRPr>
          </a:p>
        </p:txBody>
      </p:sp>
      <p:sp>
        <p:nvSpPr>
          <p:cNvPr id="1048797" name="Google Shape;192;p17"/>
          <p:cNvSpPr/>
          <p:nvPr/>
        </p:nvSpPr>
        <p:spPr>
          <a:xfrm>
            <a:off x="663254" y="3200844"/>
            <a:ext cx="4141546" cy="1202802"/>
          </a:xfrm>
          <a:prstGeom prst="rect">
            <a:avLst/>
          </a:prstGeom>
          <a:noFill/>
          <a:ln>
            <a:noFill/>
          </a:ln>
        </p:spPr>
        <p:txBody>
          <a:bodyPr spcFirstLastPara="1" wrap="square" lIns="68575" tIns="34275" rIns="68575" bIns="34275" anchor="t" anchorCtr="0">
            <a:noAutofit/>
          </a:bodyPr>
          <a:lstStyle/>
          <a:p>
            <a:pPr marR="0" lvl="0" rtl="0">
              <a:lnSpc>
                <a:spcPct val="150000"/>
              </a:lnSpc>
              <a:spcBef>
                <a:spcPts val="0"/>
              </a:spcBef>
              <a:spcAft>
                <a:spcPts val="0"/>
              </a:spcAft>
            </a:pPr>
            <a:endParaRPr lang="pt-BR" sz="1200" dirty="0">
              <a:solidFill>
                <a:srgbClr val="595959"/>
              </a:solidFill>
              <a:latin typeface="Century Gothic"/>
              <a:ea typeface="Century Gothic"/>
              <a:cs typeface="Century Gothic"/>
              <a:sym typeface="Century Gothic"/>
            </a:endParaRPr>
          </a:p>
        </p:txBody>
      </p:sp>
      <p:sp>
        <p:nvSpPr>
          <p:cNvPr id="1048798" name="Google Shape;327;p22"/>
          <p:cNvSpPr/>
          <p:nvPr/>
        </p:nvSpPr>
        <p:spPr>
          <a:xfrm rot="10800000" flipH="1">
            <a:off x="192790" y="3056208"/>
            <a:ext cx="175614" cy="175614"/>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799" name="Google Shape;325;p22"/>
          <p:cNvSpPr/>
          <p:nvPr/>
        </p:nvSpPr>
        <p:spPr>
          <a:xfrm rot="10800000" flipH="1">
            <a:off x="8626488" y="223890"/>
            <a:ext cx="330450" cy="330450"/>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1">
              <a:ln w="18000">
                <a:solidFill>
                  <a:schemeClr val="accent2">
                    <a:satMod val="140000"/>
                  </a:schemeClr>
                </a:solidFill>
                <a:prstDash val="solid"/>
                <a:miter lim="800000"/>
              </a:ln>
              <a:noFill/>
              <a:effectLst>
                <a:outerShdw blurRad="25500" dist="23000" dir="7020000" algn="tl">
                  <a:srgbClr val="000000">
                    <a:alpha val="50000"/>
                  </a:srgbClr>
                </a:outerShdw>
              </a:effectLst>
              <a:latin typeface="Century Gothic"/>
              <a:ea typeface="Century Gothic"/>
              <a:cs typeface="Century Gothic"/>
              <a:sym typeface="Century Gothic"/>
            </a:endParaRPr>
          </a:p>
        </p:txBody>
      </p:sp>
      <p:sp>
        <p:nvSpPr>
          <p:cNvPr id="1048800" name="Google Shape;324;p22"/>
          <p:cNvSpPr/>
          <p:nvPr/>
        </p:nvSpPr>
        <p:spPr>
          <a:xfrm rot="10800000" flipH="1">
            <a:off x="8422552" y="4422052"/>
            <a:ext cx="1442895" cy="1442895"/>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801" name="ZoneTexte 4"/>
          <p:cNvSpPr txBox="1"/>
          <p:nvPr/>
        </p:nvSpPr>
        <p:spPr>
          <a:xfrm>
            <a:off x="715155" y="1077346"/>
            <a:ext cx="7894968" cy="307777"/>
          </a:xfrm>
          <a:prstGeom prst="rect">
            <a:avLst/>
          </a:prstGeom>
          <a:noFill/>
        </p:spPr>
        <p:txBody>
          <a:bodyPr wrap="square" rtlCol="0">
            <a:spAutoFit/>
          </a:bodyPr>
          <a:lstStyle/>
          <a:p>
            <a:r>
              <a:rPr lang="fr-FR" dirty="0"/>
              <a:t>Mise en place d’une application qui permet de gérer les </a:t>
            </a:r>
            <a:r>
              <a:rPr lang="fr-FR" dirty="0" smtClean="0"/>
              <a:t>salaires </a:t>
            </a:r>
            <a:r>
              <a:rPr lang="fr-FR" dirty="0"/>
              <a:t>des employés.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500"/>
                                  </p:stCondLst>
                                  <p:childTnLst>
                                    <p:set>
                                      <p:cBhvr>
                                        <p:cTn id="6" dur="1" fill="hold">
                                          <p:stCondLst>
                                            <p:cond delay="0"/>
                                          </p:stCondLst>
                                        </p:cTn>
                                        <p:tgtEl>
                                          <p:spTgt spid="1048798"/>
                                        </p:tgtEl>
                                        <p:attrNameLst>
                                          <p:attrName>style.visibility</p:attrName>
                                        </p:attrNameLst>
                                      </p:cBhvr>
                                      <p:to>
                                        <p:strVal val="visible"/>
                                      </p:to>
                                    </p:set>
                                    <p:anim calcmode="lin" valueType="num">
                                      <p:cBhvr additive="base">
                                        <p:cTn id="7" dur="500"/>
                                        <p:tgtEl>
                                          <p:spTgt spid="1048798"/>
                                        </p:tgtEl>
                                        <p:attrNameLst>
                                          <p:attrName>ppt_w</p:attrName>
                                        </p:attrNameLst>
                                      </p:cBhvr>
                                      <p:tavLst>
                                        <p:tav tm="0">
                                          <p:val>
                                            <p:strVal val="0"/>
                                          </p:val>
                                        </p:tav>
                                        <p:tav tm="100000">
                                          <p:val>
                                            <p:strVal val="#ppt_w"/>
                                          </p:val>
                                        </p:tav>
                                      </p:tavLst>
                                    </p:anim>
                                    <p:anim calcmode="lin" valueType="num">
                                      <p:cBhvr additive="base">
                                        <p:cTn id="8" dur="500"/>
                                        <p:tgtEl>
                                          <p:spTgt spid="1048798"/>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1048799"/>
                                        </p:tgtEl>
                                        <p:attrNameLst>
                                          <p:attrName>style.visibility</p:attrName>
                                        </p:attrNameLst>
                                      </p:cBhvr>
                                      <p:to>
                                        <p:strVal val="visible"/>
                                      </p:to>
                                    </p:set>
                                    <p:anim calcmode="lin" valueType="num">
                                      <p:cBhvr additive="base">
                                        <p:cTn id="11" dur="500"/>
                                        <p:tgtEl>
                                          <p:spTgt spid="1048799"/>
                                        </p:tgtEl>
                                        <p:attrNameLst>
                                          <p:attrName>ppt_w</p:attrName>
                                        </p:attrNameLst>
                                      </p:cBhvr>
                                      <p:tavLst>
                                        <p:tav tm="0">
                                          <p:val>
                                            <p:strVal val="0"/>
                                          </p:val>
                                        </p:tav>
                                        <p:tav tm="100000">
                                          <p:val>
                                            <p:strVal val="#ppt_w"/>
                                          </p:val>
                                        </p:tav>
                                      </p:tavLst>
                                    </p:anim>
                                    <p:anim calcmode="lin" valueType="num">
                                      <p:cBhvr additive="base">
                                        <p:cTn id="12" dur="500"/>
                                        <p:tgtEl>
                                          <p:spTgt spid="1048799"/>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250"/>
                                  </p:stCondLst>
                                  <p:childTnLst>
                                    <p:set>
                                      <p:cBhvr>
                                        <p:cTn id="14" dur="1" fill="hold">
                                          <p:stCondLst>
                                            <p:cond delay="0"/>
                                          </p:stCondLst>
                                        </p:cTn>
                                        <p:tgtEl>
                                          <p:spTgt spid="1048800"/>
                                        </p:tgtEl>
                                        <p:attrNameLst>
                                          <p:attrName>style.visibility</p:attrName>
                                        </p:attrNameLst>
                                      </p:cBhvr>
                                      <p:to>
                                        <p:strVal val="visible"/>
                                      </p:to>
                                    </p:set>
                                    <p:anim calcmode="lin" valueType="num">
                                      <p:cBhvr additive="base">
                                        <p:cTn id="15" dur="500"/>
                                        <p:tgtEl>
                                          <p:spTgt spid="1048800"/>
                                        </p:tgtEl>
                                        <p:attrNameLst>
                                          <p:attrName>ppt_w</p:attrName>
                                        </p:attrNameLst>
                                      </p:cBhvr>
                                      <p:tavLst>
                                        <p:tav tm="0">
                                          <p:val>
                                            <p:strVal val="0"/>
                                          </p:val>
                                        </p:tav>
                                        <p:tav tm="100000">
                                          <p:val>
                                            <p:strVal val="#ppt_w"/>
                                          </p:val>
                                        </p:tav>
                                      </p:tavLst>
                                    </p:anim>
                                    <p:anim calcmode="lin" valueType="num">
                                      <p:cBhvr additive="base">
                                        <p:cTn id="16" dur="500"/>
                                        <p:tgtEl>
                                          <p:spTgt spid="1048800"/>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048635" name="Google Shape;184;p17"/>
          <p:cNvSpPr/>
          <p:nvPr/>
        </p:nvSpPr>
        <p:spPr>
          <a:xfrm rot="10800000" flipH="1">
            <a:off x="466726" y="228401"/>
            <a:ext cx="496860" cy="496860"/>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636" name="Google Shape;185;p17"/>
          <p:cNvSpPr/>
          <p:nvPr/>
        </p:nvSpPr>
        <p:spPr>
          <a:xfrm rot="10800000" flipH="1">
            <a:off x="-248430" y="-268460"/>
            <a:ext cx="1058055" cy="1058055"/>
          </a:xfrm>
          <a:prstGeom prst="ellipse">
            <a:avLst/>
          </a:prstGeom>
          <a:noFill/>
          <a:ln w="12700" cap="flat" cmpd="sng">
            <a:solidFill>
              <a:srgbClr val="00206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637" name="Google Shape;186;p17"/>
          <p:cNvSpPr txBox="1"/>
          <p:nvPr/>
        </p:nvSpPr>
        <p:spPr>
          <a:xfrm>
            <a:off x="517512" y="303706"/>
            <a:ext cx="395287" cy="346249"/>
          </a:xfrm>
          <a:prstGeom prst="rect">
            <a:avLst/>
          </a:prstGeom>
          <a:solidFill>
            <a:srgbClr val="002060"/>
          </a:solidFill>
          <a:ln>
            <a:noFill/>
          </a:ln>
        </p:spPr>
        <p:txBody>
          <a:bodyPr spcFirstLastPara="1" wrap="square" lIns="68575" tIns="34275" rIns="68575" bIns="34275" anchor="t" anchorCtr="0">
            <a:noAutofit/>
          </a:bodyPr>
          <a:lstStyle/>
          <a:p>
            <a:pPr marL="0" marR="0" lvl="0" indent="0" algn="just" rtl="0">
              <a:spcBef>
                <a:spcPts val="0"/>
              </a:spcBef>
              <a:spcAft>
                <a:spcPts val="0"/>
              </a:spcAft>
              <a:buNone/>
            </a:pPr>
            <a:r>
              <a:rPr lang="tr-TR" sz="1800" dirty="0">
                <a:solidFill>
                  <a:schemeClr val="lt1"/>
                </a:solidFill>
                <a:latin typeface="Century Gothic"/>
                <a:ea typeface="Century Gothic"/>
                <a:cs typeface="Century Gothic"/>
                <a:sym typeface="Century Gothic"/>
              </a:rPr>
              <a:t>0</a:t>
            </a:r>
            <a:r>
              <a:rPr lang="fr-FR" sz="1800" dirty="0">
                <a:solidFill>
                  <a:schemeClr val="lt1"/>
                </a:solidFill>
                <a:latin typeface="Century Gothic"/>
                <a:ea typeface="Century Gothic"/>
                <a:cs typeface="Century Gothic"/>
                <a:sym typeface="Century Gothic"/>
              </a:rPr>
              <a:t>7</a:t>
            </a:r>
            <a:endParaRPr sz="1800" dirty="0">
              <a:solidFill>
                <a:schemeClr val="lt1"/>
              </a:solidFill>
              <a:latin typeface="Century Gothic"/>
              <a:ea typeface="Century Gothic"/>
              <a:cs typeface="Century Gothic"/>
              <a:sym typeface="Century Gothic"/>
            </a:endParaRPr>
          </a:p>
        </p:txBody>
      </p:sp>
      <p:sp>
        <p:nvSpPr>
          <p:cNvPr id="1048638" name="Google Shape;187;p17"/>
          <p:cNvSpPr txBox="1"/>
          <p:nvPr/>
        </p:nvSpPr>
        <p:spPr>
          <a:xfrm>
            <a:off x="1240251" y="303706"/>
            <a:ext cx="4050476" cy="561193"/>
          </a:xfrm>
          <a:prstGeom prst="rect">
            <a:avLst/>
          </a:prstGeom>
          <a:noFill/>
          <a:ln>
            <a:noFill/>
          </a:ln>
        </p:spPr>
        <p:txBody>
          <a:bodyPr spcFirstLastPara="1" wrap="square" lIns="68575" tIns="34275" rIns="68575" bIns="34275" anchor="t" anchorCtr="0">
            <a:noAutofit/>
          </a:bodyPr>
          <a:lstStyle/>
          <a:p>
            <a:pPr marL="0" marR="0" lvl="0" indent="0" rtl="0">
              <a:spcBef>
                <a:spcPts val="0"/>
              </a:spcBef>
              <a:spcAft>
                <a:spcPts val="0"/>
              </a:spcAft>
              <a:buNone/>
            </a:pPr>
            <a:r>
              <a:rPr lang="fr-FR" sz="2000" b="1" dirty="0">
                <a:solidFill>
                  <a:srgbClr val="002060"/>
                </a:solidFill>
                <a:latin typeface="Century Gothic"/>
                <a:ea typeface="Century Gothic"/>
                <a:cs typeface="Century Gothic"/>
                <a:sym typeface="Century Gothic"/>
              </a:rPr>
              <a:t> Choix d’outils</a:t>
            </a:r>
            <a:endParaRPr sz="2000" b="1" dirty="0">
              <a:solidFill>
                <a:srgbClr val="002060"/>
              </a:solidFill>
              <a:latin typeface="Century Gothic"/>
              <a:ea typeface="Century Gothic"/>
              <a:cs typeface="Century Gothic"/>
              <a:sym typeface="Century Gothic"/>
            </a:endParaRPr>
          </a:p>
        </p:txBody>
      </p:sp>
      <p:sp>
        <p:nvSpPr>
          <p:cNvPr id="1048639" name="Google Shape;192;p17"/>
          <p:cNvSpPr/>
          <p:nvPr/>
        </p:nvSpPr>
        <p:spPr>
          <a:xfrm>
            <a:off x="671963" y="3200844"/>
            <a:ext cx="4141546" cy="1202802"/>
          </a:xfrm>
          <a:prstGeom prst="rect">
            <a:avLst/>
          </a:prstGeom>
          <a:noFill/>
          <a:ln>
            <a:noFill/>
          </a:ln>
        </p:spPr>
        <p:txBody>
          <a:bodyPr spcFirstLastPara="1" wrap="square" lIns="68575" tIns="34275" rIns="68575" bIns="34275" anchor="t" anchorCtr="0">
            <a:noAutofit/>
          </a:bodyPr>
          <a:lstStyle/>
          <a:p>
            <a:pPr marR="0" lvl="0" rtl="0">
              <a:lnSpc>
                <a:spcPct val="150000"/>
              </a:lnSpc>
              <a:spcBef>
                <a:spcPts val="0"/>
              </a:spcBef>
              <a:spcAft>
                <a:spcPts val="0"/>
              </a:spcAft>
            </a:pPr>
            <a:endParaRPr lang="pt-BR" sz="1200" dirty="0">
              <a:solidFill>
                <a:srgbClr val="595959"/>
              </a:solidFill>
              <a:latin typeface="Century Gothic"/>
              <a:ea typeface="Century Gothic"/>
              <a:cs typeface="Century Gothic"/>
              <a:sym typeface="Century Gothic"/>
            </a:endParaRPr>
          </a:p>
        </p:txBody>
      </p:sp>
      <p:sp>
        <p:nvSpPr>
          <p:cNvPr id="1048640" name="Google Shape;327;p22"/>
          <p:cNvSpPr/>
          <p:nvPr/>
        </p:nvSpPr>
        <p:spPr>
          <a:xfrm rot="10800000" flipH="1">
            <a:off x="192790" y="3056208"/>
            <a:ext cx="175614" cy="175614"/>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641" name="Google Shape;325;p22"/>
          <p:cNvSpPr/>
          <p:nvPr/>
        </p:nvSpPr>
        <p:spPr>
          <a:xfrm rot="10800000" flipH="1">
            <a:off x="8626488" y="223890"/>
            <a:ext cx="330450" cy="330450"/>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1">
              <a:ln w="18000">
                <a:solidFill>
                  <a:schemeClr val="accent2">
                    <a:satMod val="140000"/>
                  </a:schemeClr>
                </a:solidFill>
                <a:prstDash val="solid"/>
                <a:miter lim="800000"/>
              </a:ln>
              <a:noFill/>
              <a:effectLst>
                <a:outerShdw blurRad="25500" dist="23000" dir="7020000" algn="tl">
                  <a:srgbClr val="000000">
                    <a:alpha val="50000"/>
                  </a:srgbClr>
                </a:outerShdw>
              </a:effectLst>
              <a:latin typeface="Century Gothic"/>
              <a:ea typeface="Century Gothic"/>
              <a:cs typeface="Century Gothic"/>
              <a:sym typeface="Century Gothic"/>
            </a:endParaRPr>
          </a:p>
        </p:txBody>
      </p:sp>
      <p:sp>
        <p:nvSpPr>
          <p:cNvPr id="1048642" name="Google Shape;324;p22"/>
          <p:cNvSpPr/>
          <p:nvPr/>
        </p:nvSpPr>
        <p:spPr>
          <a:xfrm rot="10800000" flipH="1">
            <a:off x="8422552" y="4422052"/>
            <a:ext cx="1442895" cy="1442895"/>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643" name="ZoneTexte 4"/>
          <p:cNvSpPr txBox="1"/>
          <p:nvPr/>
        </p:nvSpPr>
        <p:spPr>
          <a:xfrm>
            <a:off x="1105989" y="1105989"/>
            <a:ext cx="7062651" cy="2799081"/>
          </a:xfrm>
          <a:prstGeom prst="rect">
            <a:avLst/>
          </a:prstGeom>
          <a:noFill/>
        </p:spPr>
        <p:txBody>
          <a:bodyPr wrap="square" rtlCol="0">
            <a:spAutoFit/>
          </a:bodyPr>
          <a:lstStyle/>
          <a:p>
            <a:endParaRPr lang="fr-FR" dirty="0"/>
          </a:p>
          <a:p>
            <a:endParaRPr lang="fr-FR" dirty="0"/>
          </a:p>
          <a:p>
            <a:endParaRPr lang="fr-FR" dirty="0"/>
          </a:p>
          <a:p>
            <a:endParaRPr lang="fr-FR" dirty="0"/>
          </a:p>
          <a:p>
            <a:endParaRPr lang="fr-FR" dirty="0"/>
          </a:p>
          <a:p>
            <a:endParaRPr lang="fr-FR" dirty="0"/>
          </a:p>
          <a:p>
            <a:endParaRPr lang="fr-FR" dirty="0"/>
          </a:p>
          <a:p>
            <a:endParaRPr lang="fr-FR" b="1" i="1" dirty="0">
              <a:solidFill>
                <a:srgbClr val="0070C0"/>
              </a:solidFill>
            </a:endParaRPr>
          </a:p>
          <a:p>
            <a:endParaRPr lang="fr-FR" dirty="0"/>
          </a:p>
          <a:p>
            <a:endParaRPr lang="fr-FR" dirty="0"/>
          </a:p>
          <a:p>
            <a:endParaRPr lang="fr-FR" dirty="0"/>
          </a:p>
          <a:p>
            <a:endParaRPr lang="fr-FR" dirty="0"/>
          </a:p>
          <a:p>
            <a:endParaRPr lang="fr-FR" b="1" i="1" dirty="0">
              <a:solidFill>
                <a:srgbClr val="0070C0"/>
              </a:solidFill>
            </a:endParaRPr>
          </a:p>
        </p:txBody>
      </p:sp>
      <p:sp>
        <p:nvSpPr>
          <p:cNvPr id="1048644" name="Flèche : droite 5"/>
          <p:cNvSpPr/>
          <p:nvPr/>
        </p:nvSpPr>
        <p:spPr>
          <a:xfrm>
            <a:off x="2638697" y="1105989"/>
            <a:ext cx="1393372" cy="28738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a:p>
            <a:pPr algn="ctr"/>
            <a:endParaRPr lang="fr-FR" dirty="0"/>
          </a:p>
        </p:txBody>
      </p:sp>
      <p:pic>
        <p:nvPicPr>
          <p:cNvPr id="2097153" name="Image 6"/>
          <p:cNvPicPr>
            <a:picLocks noChangeAspect="1"/>
          </p:cNvPicPr>
          <p:nvPr/>
        </p:nvPicPr>
        <p:blipFill>
          <a:blip r:embed="rId3"/>
          <a:stretch>
            <a:fillRect/>
          </a:stretch>
        </p:blipFill>
        <p:spPr>
          <a:xfrm>
            <a:off x="2638697" y="1943508"/>
            <a:ext cx="1420491" cy="353599"/>
          </a:xfrm>
          <a:prstGeom prst="rect">
            <a:avLst/>
          </a:prstGeom>
        </p:spPr>
      </p:pic>
      <p:pic>
        <p:nvPicPr>
          <p:cNvPr id="2097154" name="Image 7"/>
          <p:cNvPicPr>
            <a:picLocks noChangeAspect="1"/>
          </p:cNvPicPr>
          <p:nvPr/>
        </p:nvPicPr>
        <p:blipFill>
          <a:blip r:embed="rId3"/>
          <a:stretch>
            <a:fillRect/>
          </a:stretch>
        </p:blipFill>
        <p:spPr>
          <a:xfrm>
            <a:off x="2638696" y="2785173"/>
            <a:ext cx="1420491" cy="353599"/>
          </a:xfrm>
          <a:prstGeom prst="rect">
            <a:avLst/>
          </a:prstGeom>
        </p:spPr>
      </p:pic>
      <p:pic>
        <p:nvPicPr>
          <p:cNvPr id="2097155" name="Image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95519" y="838205"/>
            <a:ext cx="1032792" cy="566123"/>
          </a:xfrm>
          <a:prstGeom prst="rect">
            <a:avLst/>
          </a:prstGeom>
        </p:spPr>
      </p:pic>
      <p:pic>
        <p:nvPicPr>
          <p:cNvPr id="2097156" name="Image 2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84815" y="2575801"/>
            <a:ext cx="1142474" cy="626245"/>
          </a:xfrm>
          <a:prstGeom prst="rect">
            <a:avLst/>
          </a:prstGeom>
        </p:spPr>
      </p:pic>
      <p:pic>
        <p:nvPicPr>
          <p:cNvPr id="2097157" name="Image 2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32367" y="1601350"/>
            <a:ext cx="1093852" cy="774594"/>
          </a:xfrm>
          <a:prstGeom prst="rect">
            <a:avLst/>
          </a:prstGeom>
        </p:spPr>
      </p:pic>
      <p:sp>
        <p:nvSpPr>
          <p:cNvPr id="1048645" name="ZoneTexte 26"/>
          <p:cNvSpPr txBox="1"/>
          <p:nvPr/>
        </p:nvSpPr>
        <p:spPr>
          <a:xfrm>
            <a:off x="1166949" y="1194704"/>
            <a:ext cx="1097280" cy="307777"/>
          </a:xfrm>
          <a:prstGeom prst="rect">
            <a:avLst/>
          </a:prstGeom>
          <a:noFill/>
        </p:spPr>
        <p:txBody>
          <a:bodyPr wrap="square" rtlCol="0">
            <a:spAutoFit/>
          </a:bodyPr>
          <a:lstStyle/>
          <a:p>
            <a:r>
              <a:rPr lang="fr-FR" b="1" i="1" dirty="0" err="1">
                <a:solidFill>
                  <a:srgbClr val="0070C0"/>
                </a:solidFill>
              </a:rPr>
              <a:t>ReactJs</a:t>
            </a:r>
            <a:endParaRPr lang="fr-FR" dirty="0"/>
          </a:p>
        </p:txBody>
      </p:sp>
      <p:sp>
        <p:nvSpPr>
          <p:cNvPr id="1048646" name="ZoneTexte 27"/>
          <p:cNvSpPr txBox="1"/>
          <p:nvPr/>
        </p:nvSpPr>
        <p:spPr>
          <a:xfrm>
            <a:off x="1166949" y="2003824"/>
            <a:ext cx="1166948" cy="523220"/>
          </a:xfrm>
          <a:prstGeom prst="rect">
            <a:avLst/>
          </a:prstGeom>
          <a:noFill/>
        </p:spPr>
        <p:txBody>
          <a:bodyPr wrap="square" rtlCol="0">
            <a:spAutoFit/>
          </a:bodyPr>
          <a:lstStyle/>
          <a:p>
            <a:r>
              <a:rPr lang="fr-FR" b="1" i="1" dirty="0" err="1">
                <a:solidFill>
                  <a:srgbClr val="0070C0"/>
                </a:solidFill>
              </a:rPr>
              <a:t>ElectronJs</a:t>
            </a:r>
            <a:endParaRPr lang="fr-FR" b="1" i="1" dirty="0">
              <a:solidFill>
                <a:srgbClr val="0070C0"/>
              </a:solidFill>
            </a:endParaRPr>
          </a:p>
          <a:p>
            <a:endParaRPr lang="fr-FR" dirty="0"/>
          </a:p>
        </p:txBody>
      </p:sp>
      <p:sp>
        <p:nvSpPr>
          <p:cNvPr id="1048647" name="ZoneTexte 33"/>
          <p:cNvSpPr txBox="1"/>
          <p:nvPr/>
        </p:nvSpPr>
        <p:spPr>
          <a:xfrm>
            <a:off x="1130409" y="2795095"/>
            <a:ext cx="1203488" cy="307777"/>
          </a:xfrm>
          <a:prstGeom prst="rect">
            <a:avLst/>
          </a:prstGeom>
          <a:noFill/>
        </p:spPr>
        <p:txBody>
          <a:bodyPr wrap="square" rtlCol="0">
            <a:spAutoFit/>
          </a:bodyPr>
          <a:lstStyle/>
          <a:p>
            <a:r>
              <a:rPr lang="fr-FR" b="1" i="1" dirty="0">
                <a:solidFill>
                  <a:srgbClr val="0070C0"/>
                </a:solidFill>
              </a:rPr>
              <a:t>Spring-boot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500"/>
                                  </p:stCondLst>
                                  <p:childTnLst>
                                    <p:set>
                                      <p:cBhvr>
                                        <p:cTn id="6" dur="1" fill="hold">
                                          <p:stCondLst>
                                            <p:cond delay="0"/>
                                          </p:stCondLst>
                                        </p:cTn>
                                        <p:tgtEl>
                                          <p:spTgt spid="1048640"/>
                                        </p:tgtEl>
                                        <p:attrNameLst>
                                          <p:attrName>style.visibility</p:attrName>
                                        </p:attrNameLst>
                                      </p:cBhvr>
                                      <p:to>
                                        <p:strVal val="visible"/>
                                      </p:to>
                                    </p:set>
                                    <p:anim calcmode="lin" valueType="num">
                                      <p:cBhvr additive="base">
                                        <p:cTn id="7" dur="500"/>
                                        <p:tgtEl>
                                          <p:spTgt spid="1048640"/>
                                        </p:tgtEl>
                                        <p:attrNameLst>
                                          <p:attrName>ppt_w</p:attrName>
                                        </p:attrNameLst>
                                      </p:cBhvr>
                                      <p:tavLst>
                                        <p:tav tm="0">
                                          <p:val>
                                            <p:strVal val="0"/>
                                          </p:val>
                                        </p:tav>
                                        <p:tav tm="100000">
                                          <p:val>
                                            <p:strVal val="#ppt_w"/>
                                          </p:val>
                                        </p:tav>
                                      </p:tavLst>
                                    </p:anim>
                                    <p:anim calcmode="lin" valueType="num">
                                      <p:cBhvr additive="base">
                                        <p:cTn id="8" dur="500"/>
                                        <p:tgtEl>
                                          <p:spTgt spid="1048640"/>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1048641"/>
                                        </p:tgtEl>
                                        <p:attrNameLst>
                                          <p:attrName>style.visibility</p:attrName>
                                        </p:attrNameLst>
                                      </p:cBhvr>
                                      <p:to>
                                        <p:strVal val="visible"/>
                                      </p:to>
                                    </p:set>
                                    <p:anim calcmode="lin" valueType="num">
                                      <p:cBhvr additive="base">
                                        <p:cTn id="11" dur="500"/>
                                        <p:tgtEl>
                                          <p:spTgt spid="1048641"/>
                                        </p:tgtEl>
                                        <p:attrNameLst>
                                          <p:attrName>ppt_w</p:attrName>
                                        </p:attrNameLst>
                                      </p:cBhvr>
                                      <p:tavLst>
                                        <p:tav tm="0">
                                          <p:val>
                                            <p:strVal val="0"/>
                                          </p:val>
                                        </p:tav>
                                        <p:tav tm="100000">
                                          <p:val>
                                            <p:strVal val="#ppt_w"/>
                                          </p:val>
                                        </p:tav>
                                      </p:tavLst>
                                    </p:anim>
                                    <p:anim calcmode="lin" valueType="num">
                                      <p:cBhvr additive="base">
                                        <p:cTn id="12" dur="500"/>
                                        <p:tgtEl>
                                          <p:spTgt spid="1048641"/>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250"/>
                                  </p:stCondLst>
                                  <p:childTnLst>
                                    <p:set>
                                      <p:cBhvr>
                                        <p:cTn id="14" dur="1" fill="hold">
                                          <p:stCondLst>
                                            <p:cond delay="0"/>
                                          </p:stCondLst>
                                        </p:cTn>
                                        <p:tgtEl>
                                          <p:spTgt spid="1048642"/>
                                        </p:tgtEl>
                                        <p:attrNameLst>
                                          <p:attrName>style.visibility</p:attrName>
                                        </p:attrNameLst>
                                      </p:cBhvr>
                                      <p:to>
                                        <p:strVal val="visible"/>
                                      </p:to>
                                    </p:set>
                                    <p:anim calcmode="lin" valueType="num">
                                      <p:cBhvr additive="base">
                                        <p:cTn id="15" dur="500"/>
                                        <p:tgtEl>
                                          <p:spTgt spid="1048642"/>
                                        </p:tgtEl>
                                        <p:attrNameLst>
                                          <p:attrName>ppt_w</p:attrName>
                                        </p:attrNameLst>
                                      </p:cBhvr>
                                      <p:tavLst>
                                        <p:tav tm="0">
                                          <p:val>
                                            <p:strVal val="0"/>
                                          </p:val>
                                        </p:tav>
                                        <p:tav tm="100000">
                                          <p:val>
                                            <p:strVal val="#ppt_w"/>
                                          </p:val>
                                        </p:tav>
                                      </p:tavLst>
                                    </p:anim>
                                    <p:anim calcmode="lin" valueType="num">
                                      <p:cBhvr additive="base">
                                        <p:cTn id="16" dur="500"/>
                                        <p:tgtEl>
                                          <p:spTgt spid="1048642"/>
                                        </p:tgtEl>
                                        <p:attrNameLst>
                                          <p:attrName>ppt_h</p:attrName>
                                        </p:attrNameLst>
                                      </p:cBhvr>
                                      <p:tavLst>
                                        <p:tav tm="0">
                                          <p:val>
                                            <p:strVal val="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nodePh="1">
                                  <p:stCondLst>
                                    <p:cond delay="0"/>
                                  </p:stCondLst>
                                  <p:endCondLst>
                                    <p:cond evt="begin" delay="0">
                                      <p:tn val="19"/>
                                    </p:cond>
                                  </p:endCondLst>
                                  <p:childTnLst>
                                    <p:set>
                                      <p:cBhvr>
                                        <p:cTn id="20" dur="1" fill="hold">
                                          <p:stCondLst>
                                            <p:cond delay="0"/>
                                          </p:stCondLst>
                                        </p:cTn>
                                        <p:tgtEl>
                                          <p:spTgt spid="1048643"/>
                                        </p:tgtEl>
                                        <p:attrNameLst>
                                          <p:attrName>style.visibility</p:attrName>
                                        </p:attrNameLst>
                                      </p:cBhvr>
                                      <p:to>
                                        <p:strVal val="visible"/>
                                      </p:to>
                                    </p:set>
                                    <p:animEffect transition="in" filter="fade">
                                      <p:cBhvr>
                                        <p:cTn id="21" dur="500"/>
                                        <p:tgtEl>
                                          <p:spTgt spid="104864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48644"/>
                                        </p:tgtEl>
                                        <p:attrNameLst>
                                          <p:attrName>style.visibility</p:attrName>
                                        </p:attrNameLst>
                                      </p:cBhvr>
                                      <p:to>
                                        <p:strVal val="visible"/>
                                      </p:to>
                                    </p:set>
                                    <p:animEffect transition="in" filter="fade">
                                      <p:cBhvr>
                                        <p:cTn id="26" dur="500"/>
                                        <p:tgtEl>
                                          <p:spTgt spid="1048644"/>
                                        </p:tgtEl>
                                      </p:cBhvr>
                                    </p:animEffect>
                                  </p:childTnLst>
                                </p:cTn>
                              </p:par>
                              <p:par>
                                <p:cTn id="27" presetID="10" presetClass="entr" presetSubtype="0" fill="hold" nodeType="withEffect">
                                  <p:stCondLst>
                                    <p:cond delay="0"/>
                                  </p:stCondLst>
                                  <p:childTnLst>
                                    <p:set>
                                      <p:cBhvr>
                                        <p:cTn id="28" dur="1" fill="hold">
                                          <p:stCondLst>
                                            <p:cond delay="0"/>
                                          </p:stCondLst>
                                        </p:cTn>
                                        <p:tgtEl>
                                          <p:spTgt spid="2097155"/>
                                        </p:tgtEl>
                                        <p:attrNameLst>
                                          <p:attrName>style.visibility</p:attrName>
                                        </p:attrNameLst>
                                      </p:cBhvr>
                                      <p:to>
                                        <p:strVal val="visible"/>
                                      </p:to>
                                    </p:set>
                                    <p:animEffect transition="in" filter="fade">
                                      <p:cBhvr>
                                        <p:cTn id="29" dur="500"/>
                                        <p:tgtEl>
                                          <p:spTgt spid="209715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48645"/>
                                        </p:tgtEl>
                                        <p:attrNameLst>
                                          <p:attrName>style.visibility</p:attrName>
                                        </p:attrNameLst>
                                      </p:cBhvr>
                                      <p:to>
                                        <p:strVal val="visible"/>
                                      </p:to>
                                    </p:set>
                                    <p:animEffect transition="in" filter="fade">
                                      <p:cBhvr>
                                        <p:cTn id="32" dur="500"/>
                                        <p:tgtEl>
                                          <p:spTgt spid="104864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97153"/>
                                        </p:tgtEl>
                                        <p:attrNameLst>
                                          <p:attrName>style.visibility</p:attrName>
                                        </p:attrNameLst>
                                      </p:cBhvr>
                                      <p:to>
                                        <p:strVal val="visible"/>
                                      </p:to>
                                    </p:set>
                                    <p:animEffect transition="in" filter="fade">
                                      <p:cBhvr>
                                        <p:cTn id="37" dur="500"/>
                                        <p:tgtEl>
                                          <p:spTgt spid="209715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048646"/>
                                        </p:tgtEl>
                                        <p:attrNameLst>
                                          <p:attrName>style.visibility</p:attrName>
                                        </p:attrNameLst>
                                      </p:cBhvr>
                                      <p:to>
                                        <p:strVal val="visible"/>
                                      </p:to>
                                    </p:set>
                                    <p:animEffect transition="in" filter="fade">
                                      <p:cBhvr>
                                        <p:cTn id="40" dur="500"/>
                                        <p:tgtEl>
                                          <p:spTgt spid="1048646"/>
                                        </p:tgtEl>
                                      </p:cBhvr>
                                    </p:animEffect>
                                  </p:childTnLst>
                                </p:cTn>
                              </p:par>
                              <p:par>
                                <p:cTn id="41" presetID="10" presetClass="entr" presetSubtype="0" fill="hold" nodeType="withEffect">
                                  <p:stCondLst>
                                    <p:cond delay="0"/>
                                  </p:stCondLst>
                                  <p:childTnLst>
                                    <p:set>
                                      <p:cBhvr>
                                        <p:cTn id="42" dur="1" fill="hold">
                                          <p:stCondLst>
                                            <p:cond delay="0"/>
                                          </p:stCondLst>
                                        </p:cTn>
                                        <p:tgtEl>
                                          <p:spTgt spid="2097157"/>
                                        </p:tgtEl>
                                        <p:attrNameLst>
                                          <p:attrName>style.visibility</p:attrName>
                                        </p:attrNameLst>
                                      </p:cBhvr>
                                      <p:to>
                                        <p:strVal val="visible"/>
                                      </p:to>
                                    </p:set>
                                    <p:animEffect transition="in" filter="fade">
                                      <p:cBhvr>
                                        <p:cTn id="43" dur="500"/>
                                        <p:tgtEl>
                                          <p:spTgt spid="209715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097154"/>
                                        </p:tgtEl>
                                        <p:attrNameLst>
                                          <p:attrName>style.visibility</p:attrName>
                                        </p:attrNameLst>
                                      </p:cBhvr>
                                      <p:to>
                                        <p:strVal val="visible"/>
                                      </p:to>
                                    </p:set>
                                    <p:animEffect transition="in" filter="fade">
                                      <p:cBhvr>
                                        <p:cTn id="48" dur="500"/>
                                        <p:tgtEl>
                                          <p:spTgt spid="209715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048647"/>
                                        </p:tgtEl>
                                        <p:attrNameLst>
                                          <p:attrName>style.visibility</p:attrName>
                                        </p:attrNameLst>
                                      </p:cBhvr>
                                      <p:to>
                                        <p:strVal val="visible"/>
                                      </p:to>
                                    </p:set>
                                    <p:animEffect transition="in" filter="fade">
                                      <p:cBhvr>
                                        <p:cTn id="51" dur="500"/>
                                        <p:tgtEl>
                                          <p:spTgt spid="1048647"/>
                                        </p:tgtEl>
                                      </p:cBhvr>
                                    </p:animEffect>
                                  </p:childTnLst>
                                </p:cTn>
                              </p:par>
                              <p:par>
                                <p:cTn id="52" presetID="10" presetClass="entr" presetSubtype="0" fill="hold" nodeType="withEffect">
                                  <p:stCondLst>
                                    <p:cond delay="0"/>
                                  </p:stCondLst>
                                  <p:childTnLst>
                                    <p:set>
                                      <p:cBhvr>
                                        <p:cTn id="53" dur="1" fill="hold">
                                          <p:stCondLst>
                                            <p:cond delay="0"/>
                                          </p:stCondLst>
                                        </p:cTn>
                                        <p:tgtEl>
                                          <p:spTgt spid="2097156"/>
                                        </p:tgtEl>
                                        <p:attrNameLst>
                                          <p:attrName>style.visibility</p:attrName>
                                        </p:attrNameLst>
                                      </p:cBhvr>
                                      <p:to>
                                        <p:strVal val="visible"/>
                                      </p:to>
                                    </p:set>
                                    <p:animEffect transition="in" filter="fade">
                                      <p:cBhvr>
                                        <p:cTn id="54" dur="500"/>
                                        <p:tgtEl>
                                          <p:spTgt spid="2097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43" grpId="0"/>
      <p:bldP spid="1048644" grpId="0" animBg="1"/>
      <p:bldP spid="1048645" grpId="0"/>
      <p:bldP spid="1048646" grpId="0"/>
      <p:bldP spid="104864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grpSp>
        <p:nvGrpSpPr>
          <p:cNvPr id="44" name="Google Shape;476;p28"/>
          <p:cNvGrpSpPr/>
          <p:nvPr/>
        </p:nvGrpSpPr>
        <p:grpSpPr>
          <a:xfrm>
            <a:off x="1149760" y="1340984"/>
            <a:ext cx="2033588" cy="2033588"/>
            <a:chOff x="-1266371" y="4076700"/>
            <a:chExt cx="4165600" cy="4165600"/>
          </a:xfrm>
        </p:grpSpPr>
        <p:sp>
          <p:nvSpPr>
            <p:cNvPr id="1048620" name="Google Shape;477;p28"/>
            <p:cNvSpPr/>
            <p:nvPr/>
          </p:nvSpPr>
          <p:spPr>
            <a:xfrm>
              <a:off x="-1025071" y="4318000"/>
              <a:ext cx="3683000" cy="3683000"/>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nvGrpSpPr>
            <p:cNvPr id="45" name="Google Shape;478;p28"/>
            <p:cNvGrpSpPr/>
            <p:nvPr/>
          </p:nvGrpSpPr>
          <p:grpSpPr>
            <a:xfrm>
              <a:off x="-1266371" y="4076700"/>
              <a:ext cx="4165600" cy="4165600"/>
              <a:chOff x="-1266371" y="4076700"/>
              <a:chExt cx="4165600" cy="4165600"/>
            </a:xfrm>
          </p:grpSpPr>
          <p:sp>
            <p:nvSpPr>
              <p:cNvPr id="1048621" name="Google Shape;479;p28"/>
              <p:cNvSpPr/>
              <p:nvPr/>
            </p:nvSpPr>
            <p:spPr>
              <a:xfrm>
                <a:off x="2697616" y="5348316"/>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1048622" name="Google Shape;480;p28"/>
              <p:cNvSpPr/>
              <p:nvPr/>
            </p:nvSpPr>
            <p:spPr>
              <a:xfrm>
                <a:off x="-1266371" y="4076700"/>
                <a:ext cx="4165600" cy="4165600"/>
              </a:xfrm>
              <a:prstGeom prst="ellipse">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1048623" name="Google Shape;481;p28"/>
              <p:cNvSpPr/>
              <p:nvPr/>
            </p:nvSpPr>
            <p:spPr>
              <a:xfrm>
                <a:off x="-920228" y="7346082"/>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grpSp>
      <p:sp>
        <p:nvSpPr>
          <p:cNvPr id="1048624" name="Google Shape;483;p28"/>
          <p:cNvSpPr txBox="1"/>
          <p:nvPr/>
        </p:nvSpPr>
        <p:spPr>
          <a:xfrm>
            <a:off x="1761633" y="1803894"/>
            <a:ext cx="887341" cy="830997"/>
          </a:xfrm>
          <a:prstGeom prst="rect">
            <a:avLst/>
          </a:prstGeom>
          <a:noFill/>
          <a:ln>
            <a:noFill/>
          </a:ln>
        </p:spPr>
        <p:txBody>
          <a:bodyPr spcFirstLastPara="1" wrap="square" lIns="68575" tIns="34275" rIns="68575" bIns="34275" anchor="t" anchorCtr="0">
            <a:noAutofit/>
          </a:bodyPr>
          <a:lstStyle/>
          <a:p>
            <a:pPr marL="0" marR="0" lvl="0" indent="0" algn="just" rtl="0">
              <a:spcBef>
                <a:spcPts val="0"/>
              </a:spcBef>
              <a:spcAft>
                <a:spcPts val="0"/>
              </a:spcAft>
              <a:buNone/>
            </a:pPr>
            <a:r>
              <a:rPr lang="tr-TR" sz="5000" b="1" dirty="0">
                <a:solidFill>
                  <a:schemeClr val="lt1"/>
                </a:solidFill>
                <a:latin typeface="Century Gothic"/>
                <a:ea typeface="Century Gothic"/>
                <a:cs typeface="Century Gothic"/>
                <a:sym typeface="Century Gothic"/>
              </a:rPr>
              <a:t>0</a:t>
            </a:r>
            <a:r>
              <a:rPr lang="fr-FR" sz="5000" b="1" dirty="0">
                <a:solidFill>
                  <a:schemeClr val="lt1"/>
                </a:solidFill>
                <a:latin typeface="Century Gothic"/>
                <a:ea typeface="Century Gothic"/>
                <a:cs typeface="Century Gothic"/>
                <a:sym typeface="Century Gothic"/>
              </a:rPr>
              <a:t>8</a:t>
            </a:r>
            <a:endParaRPr sz="5000" b="1" dirty="0">
              <a:solidFill>
                <a:schemeClr val="lt1"/>
              </a:solidFill>
              <a:latin typeface="Century Gothic"/>
              <a:ea typeface="Century Gothic"/>
              <a:cs typeface="Century Gothic"/>
              <a:sym typeface="Century Gothic"/>
            </a:endParaRPr>
          </a:p>
        </p:txBody>
      </p:sp>
      <p:sp>
        <p:nvSpPr>
          <p:cNvPr id="1048625" name="Google Shape;484;p28"/>
          <p:cNvSpPr txBox="1"/>
          <p:nvPr/>
        </p:nvSpPr>
        <p:spPr>
          <a:xfrm>
            <a:off x="3551164" y="1630627"/>
            <a:ext cx="4417187" cy="623248"/>
          </a:xfrm>
          <a:prstGeom prst="rect">
            <a:avLst/>
          </a:prstGeom>
          <a:noFill/>
          <a:ln>
            <a:noFill/>
          </a:ln>
        </p:spPr>
        <p:txBody>
          <a:bodyPr spcFirstLastPara="1" wrap="square" lIns="68575" tIns="34275" rIns="68575" bIns="34275" anchor="t" anchorCtr="0">
            <a:noAutofit/>
          </a:bodyPr>
          <a:lstStyle/>
          <a:p>
            <a:pPr marL="0" marR="0" lvl="0" indent="0" algn="just" rtl="0">
              <a:spcBef>
                <a:spcPts val="0"/>
              </a:spcBef>
              <a:spcAft>
                <a:spcPts val="0"/>
              </a:spcAft>
              <a:buNone/>
            </a:pPr>
            <a:r>
              <a:rPr lang="fr-FR" sz="3600" b="1" dirty="0">
                <a:solidFill>
                  <a:srgbClr val="002060"/>
                </a:solidFill>
                <a:latin typeface="Century Gothic"/>
                <a:ea typeface="Century Gothic"/>
                <a:cs typeface="Century Gothic"/>
                <a:sym typeface="Century Gothic"/>
              </a:rPr>
              <a:t>DEMONSTRATION</a:t>
            </a:r>
            <a:endParaRPr sz="3600" b="1" dirty="0">
              <a:solidFill>
                <a:srgbClr val="002060"/>
              </a:solidFill>
              <a:latin typeface="Century Gothic"/>
              <a:ea typeface="Century Gothic"/>
              <a:cs typeface="Century Gothic"/>
              <a:sym typeface="Century Gothic"/>
            </a:endParaRPr>
          </a:p>
        </p:txBody>
      </p:sp>
      <p:sp>
        <p:nvSpPr>
          <p:cNvPr id="1048626" name="Google Shape;486;p28"/>
          <p:cNvSpPr/>
          <p:nvPr/>
        </p:nvSpPr>
        <p:spPr>
          <a:xfrm rot="10800000" flipH="1">
            <a:off x="7249903" y="-757672"/>
            <a:ext cx="1436897" cy="1436897"/>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627" name="Google Shape;487;p28"/>
          <p:cNvSpPr/>
          <p:nvPr/>
        </p:nvSpPr>
        <p:spPr>
          <a:xfrm rot="10800000" flipH="1">
            <a:off x="6939105" y="4609823"/>
            <a:ext cx="1442895" cy="1442895"/>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628" name="Google Shape;488;p28"/>
          <p:cNvSpPr/>
          <p:nvPr/>
        </p:nvSpPr>
        <p:spPr>
          <a:xfrm rot="10800000" flipH="1">
            <a:off x="3494315" y="972712"/>
            <a:ext cx="330450" cy="330450"/>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629" name="Google Shape;489;p28"/>
          <p:cNvSpPr/>
          <p:nvPr/>
        </p:nvSpPr>
        <p:spPr>
          <a:xfrm rot="10800000" flipH="1">
            <a:off x="5317016" y="3907550"/>
            <a:ext cx="305943" cy="305943"/>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630" name="Google Shape;490;p28"/>
          <p:cNvSpPr/>
          <p:nvPr/>
        </p:nvSpPr>
        <p:spPr>
          <a:xfrm rot="10800000" flipH="1">
            <a:off x="1267560" y="4125686"/>
            <a:ext cx="175614" cy="175614"/>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nvGrpSpPr>
          <p:cNvPr id="46" name="Google Shape;491;p28"/>
          <p:cNvGrpSpPr/>
          <p:nvPr/>
        </p:nvGrpSpPr>
        <p:grpSpPr>
          <a:xfrm>
            <a:off x="3654103" y="2185104"/>
            <a:ext cx="4260056" cy="34289"/>
            <a:chOff x="5029200" y="2769580"/>
            <a:chExt cx="5680075" cy="45719"/>
          </a:xfrm>
          <a:solidFill>
            <a:srgbClr val="002060"/>
          </a:solidFill>
        </p:grpSpPr>
        <p:sp>
          <p:nvSpPr>
            <p:cNvPr id="1048631" name="Google Shape;492;p28"/>
            <p:cNvSpPr/>
            <p:nvPr/>
          </p:nvSpPr>
          <p:spPr>
            <a:xfrm>
              <a:off x="5029200" y="2769580"/>
              <a:ext cx="723900" cy="45719"/>
            </a:xfrm>
            <a:prstGeom prst="rect">
              <a:avLst/>
            </a:prstGeom>
            <a:gr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cxnSp>
          <p:nvCxnSpPr>
            <p:cNvPr id="3145729" name="Google Shape;493;p28"/>
            <p:cNvCxnSpPr>
              <a:cxnSpLocks/>
            </p:cNvCxnSpPr>
            <p:nvPr/>
          </p:nvCxnSpPr>
          <p:spPr>
            <a:xfrm>
              <a:off x="5711825" y="2792439"/>
              <a:ext cx="4997450" cy="0"/>
            </a:xfrm>
            <a:prstGeom prst="straightConnector1">
              <a:avLst/>
            </a:prstGeom>
            <a:grpFill/>
            <a:ln w="9525" cap="flat" cmpd="sng">
              <a:solidFill>
                <a:srgbClr val="002060"/>
              </a:solidFill>
              <a:prstDash val="solid"/>
              <a:miter lim="800000"/>
              <a:headEnd type="none" w="sm" len="sm"/>
              <a:tailEnd type="none" w="sm" len="sm"/>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4000" fill="hold"/>
                                        <p:tgtEl>
                                          <p:spTgt spid="44"/>
                                        </p:tgtEl>
                                        <p:attrNameLst>
                                          <p:attrName>r</p:attrName>
                                        </p:attrNameLst>
                                      </p:cBhvr>
                                    </p:animRot>
                                  </p:childTnLst>
                                </p:cTn>
                              </p:par>
                              <p:par>
                                <p:cTn id="7" presetID="23" presetClass="entr" presetSubtype="16" fill="hold" nodeType="withEffect">
                                  <p:stCondLst>
                                    <p:cond delay="0"/>
                                  </p:stCondLst>
                                  <p:childTnLst>
                                    <p:set>
                                      <p:cBhvr>
                                        <p:cTn id="8" dur="1" fill="hold">
                                          <p:stCondLst>
                                            <p:cond delay="0"/>
                                          </p:stCondLst>
                                        </p:cTn>
                                        <p:tgtEl>
                                          <p:spTgt spid="1048628"/>
                                        </p:tgtEl>
                                        <p:attrNameLst>
                                          <p:attrName>style.visibility</p:attrName>
                                        </p:attrNameLst>
                                      </p:cBhvr>
                                      <p:to>
                                        <p:strVal val="visible"/>
                                      </p:to>
                                    </p:set>
                                    <p:anim calcmode="lin" valueType="num">
                                      <p:cBhvr additive="base">
                                        <p:cTn id="9" dur="500"/>
                                        <p:tgtEl>
                                          <p:spTgt spid="1048628"/>
                                        </p:tgtEl>
                                        <p:attrNameLst>
                                          <p:attrName>ppt_w</p:attrName>
                                        </p:attrNameLst>
                                      </p:cBhvr>
                                      <p:tavLst>
                                        <p:tav tm="0">
                                          <p:val>
                                            <p:strVal val="0"/>
                                          </p:val>
                                        </p:tav>
                                        <p:tav tm="100000">
                                          <p:val>
                                            <p:strVal val="#ppt_w"/>
                                          </p:val>
                                        </p:tav>
                                      </p:tavLst>
                                    </p:anim>
                                    <p:anim calcmode="lin" valueType="num">
                                      <p:cBhvr additive="base">
                                        <p:cTn id="10" dur="500"/>
                                        <p:tgtEl>
                                          <p:spTgt spid="1048628"/>
                                        </p:tgtEl>
                                        <p:attrNameLst>
                                          <p:attrName>ppt_h</p:attrName>
                                        </p:attrNameLst>
                                      </p:cBhvr>
                                      <p:tavLst>
                                        <p:tav tm="0">
                                          <p:val>
                                            <p:strVal val="0"/>
                                          </p:val>
                                        </p:tav>
                                        <p:tav tm="100000">
                                          <p:val>
                                            <p:strVal val="#ppt_h"/>
                                          </p:val>
                                        </p:tav>
                                      </p:tavLst>
                                    </p:anim>
                                  </p:childTnLst>
                                </p:cTn>
                              </p:par>
                              <p:par>
                                <p:cTn id="11" presetID="23" presetClass="entr" presetSubtype="16" fill="hold" nodeType="withEffect">
                                  <p:stCondLst>
                                    <p:cond delay="500"/>
                                  </p:stCondLst>
                                  <p:childTnLst>
                                    <p:set>
                                      <p:cBhvr>
                                        <p:cTn id="12" dur="1" fill="hold">
                                          <p:stCondLst>
                                            <p:cond delay="0"/>
                                          </p:stCondLst>
                                        </p:cTn>
                                        <p:tgtEl>
                                          <p:spTgt spid="1048630"/>
                                        </p:tgtEl>
                                        <p:attrNameLst>
                                          <p:attrName>style.visibility</p:attrName>
                                        </p:attrNameLst>
                                      </p:cBhvr>
                                      <p:to>
                                        <p:strVal val="visible"/>
                                      </p:to>
                                    </p:set>
                                    <p:anim calcmode="lin" valueType="num">
                                      <p:cBhvr additive="base">
                                        <p:cTn id="13" dur="500"/>
                                        <p:tgtEl>
                                          <p:spTgt spid="1048630"/>
                                        </p:tgtEl>
                                        <p:attrNameLst>
                                          <p:attrName>ppt_w</p:attrName>
                                        </p:attrNameLst>
                                      </p:cBhvr>
                                      <p:tavLst>
                                        <p:tav tm="0">
                                          <p:val>
                                            <p:strVal val="0"/>
                                          </p:val>
                                        </p:tav>
                                        <p:tav tm="100000">
                                          <p:val>
                                            <p:strVal val="#ppt_w"/>
                                          </p:val>
                                        </p:tav>
                                      </p:tavLst>
                                    </p:anim>
                                    <p:anim calcmode="lin" valueType="num">
                                      <p:cBhvr additive="base">
                                        <p:cTn id="14" dur="500"/>
                                        <p:tgtEl>
                                          <p:spTgt spid="1048630"/>
                                        </p:tgtEl>
                                        <p:attrNameLst>
                                          <p:attrName>ppt_h</p:attrName>
                                        </p:attrNameLst>
                                      </p:cBhvr>
                                      <p:tavLst>
                                        <p:tav tm="0">
                                          <p:val>
                                            <p:strVal val="0"/>
                                          </p:val>
                                        </p:tav>
                                        <p:tav tm="100000">
                                          <p:val>
                                            <p:strVal val="#ppt_h"/>
                                          </p:val>
                                        </p:tav>
                                      </p:tavLst>
                                    </p:anim>
                                  </p:childTnLst>
                                </p:cTn>
                              </p:par>
                              <p:par>
                                <p:cTn id="15" presetID="23" presetClass="entr" presetSubtype="16" fill="hold" nodeType="withEffect">
                                  <p:stCondLst>
                                    <p:cond delay="250"/>
                                  </p:stCondLst>
                                  <p:childTnLst>
                                    <p:set>
                                      <p:cBhvr>
                                        <p:cTn id="16" dur="1" fill="hold">
                                          <p:stCondLst>
                                            <p:cond delay="0"/>
                                          </p:stCondLst>
                                        </p:cTn>
                                        <p:tgtEl>
                                          <p:spTgt spid="1048629"/>
                                        </p:tgtEl>
                                        <p:attrNameLst>
                                          <p:attrName>style.visibility</p:attrName>
                                        </p:attrNameLst>
                                      </p:cBhvr>
                                      <p:to>
                                        <p:strVal val="visible"/>
                                      </p:to>
                                    </p:set>
                                    <p:anim calcmode="lin" valueType="num">
                                      <p:cBhvr additive="base">
                                        <p:cTn id="17" dur="500"/>
                                        <p:tgtEl>
                                          <p:spTgt spid="1048629"/>
                                        </p:tgtEl>
                                        <p:attrNameLst>
                                          <p:attrName>ppt_w</p:attrName>
                                        </p:attrNameLst>
                                      </p:cBhvr>
                                      <p:tavLst>
                                        <p:tav tm="0">
                                          <p:val>
                                            <p:strVal val="0"/>
                                          </p:val>
                                        </p:tav>
                                        <p:tav tm="100000">
                                          <p:val>
                                            <p:strVal val="#ppt_w"/>
                                          </p:val>
                                        </p:tav>
                                      </p:tavLst>
                                    </p:anim>
                                    <p:anim calcmode="lin" valueType="num">
                                      <p:cBhvr additive="base">
                                        <p:cTn id="18" dur="500"/>
                                        <p:tgtEl>
                                          <p:spTgt spid="1048629"/>
                                        </p:tgtEl>
                                        <p:attrNameLst>
                                          <p:attrName>ppt_h</p:attrName>
                                        </p:attrNameLst>
                                      </p:cBhvr>
                                      <p:tavLst>
                                        <p:tav tm="0">
                                          <p:val>
                                            <p:strVal val="0"/>
                                          </p:val>
                                        </p:tav>
                                        <p:tav tm="100000">
                                          <p:val>
                                            <p:strVal val="#ppt_h"/>
                                          </p:val>
                                        </p:tav>
                                      </p:tavLst>
                                    </p:anim>
                                  </p:childTnLst>
                                </p:cTn>
                              </p:par>
                              <p:par>
                                <p:cTn id="19" presetID="23" presetClass="entr" presetSubtype="16" fill="hold" nodeType="withEffect">
                                  <p:stCondLst>
                                    <p:cond delay="250"/>
                                  </p:stCondLst>
                                  <p:childTnLst>
                                    <p:set>
                                      <p:cBhvr>
                                        <p:cTn id="20" dur="1" fill="hold">
                                          <p:stCondLst>
                                            <p:cond delay="0"/>
                                          </p:stCondLst>
                                        </p:cTn>
                                        <p:tgtEl>
                                          <p:spTgt spid="1048627"/>
                                        </p:tgtEl>
                                        <p:attrNameLst>
                                          <p:attrName>style.visibility</p:attrName>
                                        </p:attrNameLst>
                                      </p:cBhvr>
                                      <p:to>
                                        <p:strVal val="visible"/>
                                      </p:to>
                                    </p:set>
                                    <p:anim calcmode="lin" valueType="num">
                                      <p:cBhvr additive="base">
                                        <p:cTn id="21" dur="500"/>
                                        <p:tgtEl>
                                          <p:spTgt spid="1048627"/>
                                        </p:tgtEl>
                                        <p:attrNameLst>
                                          <p:attrName>ppt_w</p:attrName>
                                        </p:attrNameLst>
                                      </p:cBhvr>
                                      <p:tavLst>
                                        <p:tav tm="0">
                                          <p:val>
                                            <p:strVal val="0"/>
                                          </p:val>
                                        </p:tav>
                                        <p:tav tm="100000">
                                          <p:val>
                                            <p:strVal val="#ppt_w"/>
                                          </p:val>
                                        </p:tav>
                                      </p:tavLst>
                                    </p:anim>
                                    <p:anim calcmode="lin" valueType="num">
                                      <p:cBhvr additive="base">
                                        <p:cTn id="22" dur="500"/>
                                        <p:tgtEl>
                                          <p:spTgt spid="1048627"/>
                                        </p:tgtEl>
                                        <p:attrNameLst>
                                          <p:attrName>ppt_h</p:attrName>
                                        </p:attrNameLst>
                                      </p:cBhvr>
                                      <p:tavLst>
                                        <p:tav tm="0">
                                          <p:val>
                                            <p:strVal val="0"/>
                                          </p:val>
                                        </p:tav>
                                        <p:tav tm="100000">
                                          <p:val>
                                            <p:strVal val="#ppt_h"/>
                                          </p:val>
                                        </p:tav>
                                      </p:tavLst>
                                    </p:anim>
                                  </p:childTnLst>
                                </p:cTn>
                              </p:par>
                              <p:par>
                                <p:cTn id="23" presetID="23" presetClass="entr" presetSubtype="16" fill="hold" nodeType="withEffect">
                                  <p:stCondLst>
                                    <p:cond delay="750"/>
                                  </p:stCondLst>
                                  <p:childTnLst>
                                    <p:set>
                                      <p:cBhvr>
                                        <p:cTn id="24" dur="1" fill="hold">
                                          <p:stCondLst>
                                            <p:cond delay="0"/>
                                          </p:stCondLst>
                                        </p:cTn>
                                        <p:tgtEl>
                                          <p:spTgt spid="1048626"/>
                                        </p:tgtEl>
                                        <p:attrNameLst>
                                          <p:attrName>style.visibility</p:attrName>
                                        </p:attrNameLst>
                                      </p:cBhvr>
                                      <p:to>
                                        <p:strVal val="visible"/>
                                      </p:to>
                                    </p:set>
                                    <p:anim calcmode="lin" valueType="num">
                                      <p:cBhvr additive="base">
                                        <p:cTn id="25" dur="500"/>
                                        <p:tgtEl>
                                          <p:spTgt spid="1048626"/>
                                        </p:tgtEl>
                                        <p:attrNameLst>
                                          <p:attrName>ppt_w</p:attrName>
                                        </p:attrNameLst>
                                      </p:cBhvr>
                                      <p:tavLst>
                                        <p:tav tm="0">
                                          <p:val>
                                            <p:strVal val="0"/>
                                          </p:val>
                                        </p:tav>
                                        <p:tav tm="100000">
                                          <p:val>
                                            <p:strVal val="#ppt_w"/>
                                          </p:val>
                                        </p:tav>
                                      </p:tavLst>
                                    </p:anim>
                                    <p:anim calcmode="lin" valueType="num">
                                      <p:cBhvr additive="base">
                                        <p:cTn id="26" dur="500"/>
                                        <p:tgtEl>
                                          <p:spTgt spid="1048626"/>
                                        </p:tgtEl>
                                        <p:attrNameLst>
                                          <p:attrName>ppt_h</p:attrName>
                                        </p:attrNameLst>
                                      </p:cBhvr>
                                      <p:tavLst>
                                        <p:tav tm="0">
                                          <p:val>
                                            <p:strVal val="0"/>
                                          </p:val>
                                        </p:tav>
                                        <p:tav tm="100000">
                                          <p:val>
                                            <p:strVal val="#ppt_h"/>
                                          </p:val>
                                        </p:tav>
                                      </p:tavLst>
                                    </p:anim>
                                  </p:childTnLst>
                                </p:cTn>
                              </p:par>
                              <p:par>
                                <p:cTn id="27" presetID="23" presetClass="entr" presetSubtype="16" fill="hold" nodeType="withEffect">
                                  <p:stCondLst>
                                    <p:cond delay="0"/>
                                  </p:stCondLst>
                                  <p:childTnLst>
                                    <p:set>
                                      <p:cBhvr>
                                        <p:cTn id="28" dur="1" fill="hold">
                                          <p:stCondLst>
                                            <p:cond delay="0"/>
                                          </p:stCondLst>
                                        </p:cTn>
                                        <p:tgtEl>
                                          <p:spTgt spid="1048624"/>
                                        </p:tgtEl>
                                        <p:attrNameLst>
                                          <p:attrName>style.visibility</p:attrName>
                                        </p:attrNameLst>
                                      </p:cBhvr>
                                      <p:to>
                                        <p:strVal val="visible"/>
                                      </p:to>
                                    </p:set>
                                    <p:anim calcmode="lin" valueType="num">
                                      <p:cBhvr additive="base">
                                        <p:cTn id="29" dur="500"/>
                                        <p:tgtEl>
                                          <p:spTgt spid="1048624"/>
                                        </p:tgtEl>
                                        <p:attrNameLst>
                                          <p:attrName>ppt_w</p:attrName>
                                        </p:attrNameLst>
                                      </p:cBhvr>
                                      <p:tavLst>
                                        <p:tav tm="0">
                                          <p:val>
                                            <p:strVal val="0"/>
                                          </p:val>
                                        </p:tav>
                                        <p:tav tm="100000">
                                          <p:val>
                                            <p:strVal val="#ppt_w"/>
                                          </p:val>
                                        </p:tav>
                                      </p:tavLst>
                                    </p:anim>
                                    <p:anim calcmode="lin" valueType="num">
                                      <p:cBhvr additive="base">
                                        <p:cTn id="30" dur="500"/>
                                        <p:tgtEl>
                                          <p:spTgt spid="1048624"/>
                                        </p:tgtEl>
                                        <p:attrNameLst>
                                          <p:attrName>ppt_h</p:attrName>
                                        </p:attrNameLst>
                                      </p:cBhvr>
                                      <p:tavLst>
                                        <p:tav tm="0">
                                          <p:val>
                                            <p:strVal val="0"/>
                                          </p:val>
                                        </p:tav>
                                        <p:tav tm="100000">
                                          <p:val>
                                            <p:strVal val="#ppt_h"/>
                                          </p:val>
                                        </p:tav>
                                      </p:tavLst>
                                    </p:anim>
                                  </p:childTnLst>
                                </p:cTn>
                              </p:par>
                              <p:par>
                                <p:cTn id="31" presetID="10" presetClass="entr" presetSubtype="0" fill="hold" nodeType="withEffect">
                                  <p:stCondLst>
                                    <p:cond delay="250"/>
                                  </p:stCondLst>
                                  <p:childTnLst>
                                    <p:set>
                                      <p:cBhvr>
                                        <p:cTn id="32" dur="1" fill="hold">
                                          <p:stCondLst>
                                            <p:cond delay="0"/>
                                          </p:stCondLst>
                                        </p:cTn>
                                        <p:tgtEl>
                                          <p:spTgt spid="1048625"/>
                                        </p:tgtEl>
                                        <p:attrNameLst>
                                          <p:attrName>style.visibility</p:attrName>
                                        </p:attrNameLst>
                                      </p:cBhvr>
                                      <p:to>
                                        <p:strVal val="visible"/>
                                      </p:to>
                                    </p:set>
                                    <p:animEffect transition="in" filter="fade">
                                      <p:cBhvr>
                                        <p:cTn id="33" dur="500"/>
                                        <p:tgtEl>
                                          <p:spTgt spid="1048625"/>
                                        </p:tgtEl>
                                      </p:cBhvr>
                                    </p:animEffect>
                                  </p:childTnLst>
                                </p:cTn>
                              </p:par>
                              <p:par>
                                <p:cTn id="34" presetID="10" presetClass="entr" presetSubtype="0" fill="hold" nodeType="with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fade">
                                      <p:cBhvr>
                                        <p:cTn id="36"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1048603" name="Google Shape;748;p39"/>
          <p:cNvSpPr/>
          <p:nvPr/>
        </p:nvSpPr>
        <p:spPr>
          <a:xfrm rot="10800000" flipH="1">
            <a:off x="785870" y="1817102"/>
            <a:ext cx="311624" cy="311624"/>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604" name="Google Shape;749;p39"/>
          <p:cNvSpPr/>
          <p:nvPr/>
        </p:nvSpPr>
        <p:spPr>
          <a:xfrm rot="10800000" flipH="1">
            <a:off x="7944520" y="4415168"/>
            <a:ext cx="641417" cy="641417"/>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605" name="Google Shape;750;p39"/>
          <p:cNvSpPr/>
          <p:nvPr/>
        </p:nvSpPr>
        <p:spPr>
          <a:xfrm rot="10800000" flipH="1">
            <a:off x="777309" y="-452250"/>
            <a:ext cx="1070042" cy="1070042"/>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606" name="Google Shape;751;p39"/>
          <p:cNvSpPr txBox="1"/>
          <p:nvPr/>
        </p:nvSpPr>
        <p:spPr>
          <a:xfrm>
            <a:off x="1595120" y="1701065"/>
            <a:ext cx="5782800" cy="1005026"/>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fr-FR" sz="6000" b="1" dirty="0">
                <a:solidFill>
                  <a:srgbClr val="3F3F3F"/>
                </a:solidFill>
                <a:latin typeface="Century Gothic"/>
                <a:ea typeface="Century Gothic"/>
                <a:cs typeface="Century Gothic"/>
                <a:sym typeface="Century Gothic"/>
              </a:rPr>
              <a:t>CONCLUSION</a:t>
            </a:r>
            <a:endParaRPr sz="6600" b="1" dirty="0">
              <a:solidFill>
                <a:srgbClr val="3F3F3F"/>
              </a:solidFill>
              <a:latin typeface="Century Gothic"/>
              <a:ea typeface="Century Gothic"/>
              <a:cs typeface="Century Gothic"/>
              <a:sym typeface="Century Gothic"/>
            </a:endParaRPr>
          </a:p>
        </p:txBody>
      </p:sp>
      <p:sp>
        <p:nvSpPr>
          <p:cNvPr id="1048607" name="Google Shape;752;p39"/>
          <p:cNvSpPr/>
          <p:nvPr/>
        </p:nvSpPr>
        <p:spPr>
          <a:xfrm rot="10800000" flipH="1">
            <a:off x="5304928" y="4188080"/>
            <a:ext cx="227088" cy="227088"/>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nvGrpSpPr>
          <p:cNvPr id="37" name="Google Shape;754;p39"/>
          <p:cNvGrpSpPr/>
          <p:nvPr/>
        </p:nvGrpSpPr>
        <p:grpSpPr>
          <a:xfrm>
            <a:off x="-949778" y="3057525"/>
            <a:ext cx="3124200" cy="3124200"/>
            <a:chOff x="-1266371" y="4076700"/>
            <a:chExt cx="4165600" cy="4165600"/>
          </a:xfrm>
        </p:grpSpPr>
        <p:sp>
          <p:nvSpPr>
            <p:cNvPr id="1048608" name="Google Shape;755;p39"/>
            <p:cNvSpPr/>
            <p:nvPr/>
          </p:nvSpPr>
          <p:spPr>
            <a:xfrm>
              <a:off x="-1025071" y="4318000"/>
              <a:ext cx="3683000" cy="3683000"/>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grpSp>
          <p:nvGrpSpPr>
            <p:cNvPr id="38" name="Google Shape;756;p39"/>
            <p:cNvGrpSpPr/>
            <p:nvPr/>
          </p:nvGrpSpPr>
          <p:grpSpPr>
            <a:xfrm>
              <a:off x="-1266371" y="4076700"/>
              <a:ext cx="4165600" cy="4165600"/>
              <a:chOff x="-1266371" y="4076700"/>
              <a:chExt cx="4165600" cy="4165600"/>
            </a:xfrm>
          </p:grpSpPr>
          <p:sp>
            <p:nvSpPr>
              <p:cNvPr id="1048609" name="Google Shape;757;p39"/>
              <p:cNvSpPr/>
              <p:nvPr/>
            </p:nvSpPr>
            <p:spPr>
              <a:xfrm>
                <a:off x="2697616" y="5348316"/>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1048610" name="Google Shape;758;p39"/>
              <p:cNvSpPr/>
              <p:nvPr/>
            </p:nvSpPr>
            <p:spPr>
              <a:xfrm>
                <a:off x="-1266371" y="4076700"/>
                <a:ext cx="4165600" cy="4165600"/>
              </a:xfrm>
              <a:prstGeom prst="ellipse">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1048611" name="Google Shape;759;p39"/>
              <p:cNvSpPr/>
              <p:nvPr/>
            </p:nvSpPr>
            <p:spPr>
              <a:xfrm>
                <a:off x="-920228" y="7346082"/>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grpSp>
      </p:grpSp>
      <p:grpSp>
        <p:nvGrpSpPr>
          <p:cNvPr id="39" name="Google Shape;760;p39"/>
          <p:cNvGrpSpPr/>
          <p:nvPr/>
        </p:nvGrpSpPr>
        <p:grpSpPr>
          <a:xfrm>
            <a:off x="6843032" y="-1530568"/>
            <a:ext cx="4097111" cy="4162338"/>
            <a:chOff x="9124043" y="-2040757"/>
            <a:chExt cx="5462814" cy="5549784"/>
          </a:xfrm>
        </p:grpSpPr>
        <p:sp>
          <p:nvSpPr>
            <p:cNvPr id="1048612" name="Google Shape;761;p39"/>
            <p:cNvSpPr/>
            <p:nvPr/>
          </p:nvSpPr>
          <p:spPr>
            <a:xfrm>
              <a:off x="9471164" y="-1684282"/>
              <a:ext cx="4768572" cy="4768572"/>
            </a:xfrm>
            <a:prstGeom prst="ellipse">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grpSp>
          <p:nvGrpSpPr>
            <p:cNvPr id="40" name="Google Shape;762;p39"/>
            <p:cNvGrpSpPr/>
            <p:nvPr/>
          </p:nvGrpSpPr>
          <p:grpSpPr>
            <a:xfrm>
              <a:off x="9124043" y="-2040757"/>
              <a:ext cx="5462814" cy="5549784"/>
              <a:chOff x="9124043" y="-2040757"/>
              <a:chExt cx="5462814" cy="5549784"/>
            </a:xfrm>
          </p:grpSpPr>
          <p:sp>
            <p:nvSpPr>
              <p:cNvPr id="1048613" name="Google Shape;763;p39"/>
              <p:cNvSpPr/>
              <p:nvPr/>
            </p:nvSpPr>
            <p:spPr>
              <a:xfrm>
                <a:off x="11447915" y="3347102"/>
                <a:ext cx="161925" cy="161925"/>
              </a:xfrm>
              <a:prstGeom prst="ellipse">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1048614" name="Google Shape;764;p39"/>
              <p:cNvSpPr/>
              <p:nvPr/>
            </p:nvSpPr>
            <p:spPr>
              <a:xfrm>
                <a:off x="9124043" y="-2040757"/>
                <a:ext cx="5462814" cy="5462814"/>
              </a:xfrm>
              <a:prstGeom prst="ellipse">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1048615" name="Google Shape;765;p39"/>
              <p:cNvSpPr/>
              <p:nvPr/>
            </p:nvSpPr>
            <p:spPr>
              <a:xfrm>
                <a:off x="12552815" y="-2009573"/>
                <a:ext cx="161925" cy="161925"/>
              </a:xfrm>
              <a:prstGeom prst="ellipse">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grpSp>
      </p:grpSp>
      <p:sp>
        <p:nvSpPr>
          <p:cNvPr id="1048616" name="Google Shape;769;p39"/>
          <p:cNvSpPr/>
          <p:nvPr/>
        </p:nvSpPr>
        <p:spPr>
          <a:xfrm rot="10800000" flipH="1">
            <a:off x="6460565" y="991066"/>
            <a:ext cx="122126" cy="122126"/>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4000" fill="hold"/>
                                        <p:tgtEl>
                                          <p:spTgt spid="37"/>
                                        </p:tgtEl>
                                        <p:attrNameLst>
                                          <p:attrName>r</p:attrName>
                                        </p:attrNameLst>
                                      </p:cBhvr>
                                    </p:animRot>
                                  </p:childTnLst>
                                </p:cTn>
                              </p:par>
                              <p:par>
                                <p:cTn id="7" presetID="8" presetClass="emph" presetSubtype="0" fill="hold" nodeType="withEffect">
                                  <p:stCondLst>
                                    <p:cond delay="0"/>
                                  </p:stCondLst>
                                  <p:childTnLst>
                                    <p:animRot by="-21600000">
                                      <p:cBhvr>
                                        <p:cTn id="8" dur="4000" fill="hold"/>
                                        <p:tgtEl>
                                          <p:spTgt spid="39"/>
                                        </p:tgtEl>
                                        <p:attrNameLst>
                                          <p:attrName>r</p:attrName>
                                        </p:attrNameLst>
                                      </p:cBhvr>
                                    </p:animRot>
                                  </p:childTnLst>
                                </p:cTn>
                              </p:par>
                              <p:par>
                                <p:cTn id="9" presetID="23" presetClass="entr" presetSubtype="16" fill="hold" nodeType="withEffect">
                                  <p:stCondLst>
                                    <p:cond delay="0"/>
                                  </p:stCondLst>
                                  <p:childTnLst>
                                    <p:set>
                                      <p:cBhvr>
                                        <p:cTn id="10" dur="1" fill="hold">
                                          <p:stCondLst>
                                            <p:cond delay="0"/>
                                          </p:stCondLst>
                                        </p:cTn>
                                        <p:tgtEl>
                                          <p:spTgt spid="1048603"/>
                                        </p:tgtEl>
                                        <p:attrNameLst>
                                          <p:attrName>style.visibility</p:attrName>
                                        </p:attrNameLst>
                                      </p:cBhvr>
                                      <p:to>
                                        <p:strVal val="visible"/>
                                      </p:to>
                                    </p:set>
                                    <p:anim calcmode="lin" valueType="num">
                                      <p:cBhvr additive="base">
                                        <p:cTn id="11" dur="250"/>
                                        <p:tgtEl>
                                          <p:spTgt spid="1048603"/>
                                        </p:tgtEl>
                                        <p:attrNameLst>
                                          <p:attrName>ppt_w</p:attrName>
                                        </p:attrNameLst>
                                      </p:cBhvr>
                                      <p:tavLst>
                                        <p:tav tm="0">
                                          <p:val>
                                            <p:strVal val="0"/>
                                          </p:val>
                                        </p:tav>
                                        <p:tav tm="100000">
                                          <p:val>
                                            <p:strVal val="#ppt_w"/>
                                          </p:val>
                                        </p:tav>
                                      </p:tavLst>
                                    </p:anim>
                                    <p:anim calcmode="lin" valueType="num">
                                      <p:cBhvr additive="base">
                                        <p:cTn id="12" dur="250"/>
                                        <p:tgtEl>
                                          <p:spTgt spid="1048603"/>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250"/>
                                  </p:stCondLst>
                                  <p:childTnLst>
                                    <p:set>
                                      <p:cBhvr>
                                        <p:cTn id="14" dur="1" fill="hold">
                                          <p:stCondLst>
                                            <p:cond delay="0"/>
                                          </p:stCondLst>
                                        </p:cTn>
                                        <p:tgtEl>
                                          <p:spTgt spid="1048607"/>
                                        </p:tgtEl>
                                        <p:attrNameLst>
                                          <p:attrName>style.visibility</p:attrName>
                                        </p:attrNameLst>
                                      </p:cBhvr>
                                      <p:to>
                                        <p:strVal val="visible"/>
                                      </p:to>
                                    </p:set>
                                    <p:anim calcmode="lin" valueType="num">
                                      <p:cBhvr additive="base">
                                        <p:cTn id="15" dur="250"/>
                                        <p:tgtEl>
                                          <p:spTgt spid="1048607"/>
                                        </p:tgtEl>
                                        <p:attrNameLst>
                                          <p:attrName>ppt_w</p:attrName>
                                        </p:attrNameLst>
                                      </p:cBhvr>
                                      <p:tavLst>
                                        <p:tav tm="0">
                                          <p:val>
                                            <p:strVal val="0"/>
                                          </p:val>
                                        </p:tav>
                                        <p:tav tm="100000">
                                          <p:val>
                                            <p:strVal val="#ppt_w"/>
                                          </p:val>
                                        </p:tav>
                                      </p:tavLst>
                                    </p:anim>
                                    <p:anim calcmode="lin" valueType="num">
                                      <p:cBhvr additive="base">
                                        <p:cTn id="16" dur="250"/>
                                        <p:tgtEl>
                                          <p:spTgt spid="1048607"/>
                                        </p:tgtEl>
                                        <p:attrNameLst>
                                          <p:attrName>ppt_h</p:attrName>
                                        </p:attrNameLst>
                                      </p:cBhvr>
                                      <p:tavLst>
                                        <p:tav tm="0">
                                          <p:val>
                                            <p:strVal val="0"/>
                                          </p:val>
                                        </p:tav>
                                        <p:tav tm="100000">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1048616"/>
                                        </p:tgtEl>
                                        <p:attrNameLst>
                                          <p:attrName>style.visibility</p:attrName>
                                        </p:attrNameLst>
                                      </p:cBhvr>
                                      <p:to>
                                        <p:strVal val="visible"/>
                                      </p:to>
                                    </p:set>
                                    <p:anim calcmode="lin" valueType="num">
                                      <p:cBhvr additive="base">
                                        <p:cTn id="19" dur="250"/>
                                        <p:tgtEl>
                                          <p:spTgt spid="1048616"/>
                                        </p:tgtEl>
                                        <p:attrNameLst>
                                          <p:attrName>ppt_w</p:attrName>
                                        </p:attrNameLst>
                                      </p:cBhvr>
                                      <p:tavLst>
                                        <p:tav tm="0">
                                          <p:val>
                                            <p:strVal val="0"/>
                                          </p:val>
                                        </p:tav>
                                        <p:tav tm="100000">
                                          <p:val>
                                            <p:strVal val="#ppt_w"/>
                                          </p:val>
                                        </p:tav>
                                      </p:tavLst>
                                    </p:anim>
                                    <p:anim calcmode="lin" valueType="num">
                                      <p:cBhvr additive="base">
                                        <p:cTn id="20" dur="250"/>
                                        <p:tgtEl>
                                          <p:spTgt spid="1048616"/>
                                        </p:tgtEl>
                                        <p:attrNameLst>
                                          <p:attrName>ppt_h</p:attrName>
                                        </p:attrNameLst>
                                      </p:cBhvr>
                                      <p:tavLst>
                                        <p:tav tm="0">
                                          <p:val>
                                            <p:strVal val="0"/>
                                          </p:val>
                                        </p:tav>
                                        <p:tav tm="100000">
                                          <p:val>
                                            <p:strVal val="#ppt_h"/>
                                          </p:val>
                                        </p:tav>
                                      </p:tavLst>
                                    </p:anim>
                                  </p:childTnLst>
                                </p:cTn>
                              </p:par>
                              <p:par>
                                <p:cTn id="21" presetID="23" presetClass="entr" presetSubtype="16" fill="hold" nodeType="withEffect">
                                  <p:stCondLst>
                                    <p:cond delay="500"/>
                                  </p:stCondLst>
                                  <p:childTnLst>
                                    <p:set>
                                      <p:cBhvr>
                                        <p:cTn id="22" dur="1" fill="hold">
                                          <p:stCondLst>
                                            <p:cond delay="0"/>
                                          </p:stCondLst>
                                        </p:cTn>
                                        <p:tgtEl>
                                          <p:spTgt spid="1048604"/>
                                        </p:tgtEl>
                                        <p:attrNameLst>
                                          <p:attrName>style.visibility</p:attrName>
                                        </p:attrNameLst>
                                      </p:cBhvr>
                                      <p:to>
                                        <p:strVal val="visible"/>
                                      </p:to>
                                    </p:set>
                                    <p:anim calcmode="lin" valueType="num">
                                      <p:cBhvr additive="base">
                                        <p:cTn id="23" dur="250"/>
                                        <p:tgtEl>
                                          <p:spTgt spid="1048604"/>
                                        </p:tgtEl>
                                        <p:attrNameLst>
                                          <p:attrName>ppt_w</p:attrName>
                                        </p:attrNameLst>
                                      </p:cBhvr>
                                      <p:tavLst>
                                        <p:tav tm="0">
                                          <p:val>
                                            <p:strVal val="0"/>
                                          </p:val>
                                        </p:tav>
                                        <p:tav tm="100000">
                                          <p:val>
                                            <p:strVal val="#ppt_w"/>
                                          </p:val>
                                        </p:tav>
                                      </p:tavLst>
                                    </p:anim>
                                    <p:anim calcmode="lin" valueType="num">
                                      <p:cBhvr additive="base">
                                        <p:cTn id="24" dur="250"/>
                                        <p:tgtEl>
                                          <p:spTgt spid="1048604"/>
                                        </p:tgtEl>
                                        <p:attrNameLst>
                                          <p:attrName>ppt_h</p:attrName>
                                        </p:attrNameLst>
                                      </p:cBhvr>
                                      <p:tavLst>
                                        <p:tav tm="0">
                                          <p:val>
                                            <p:strVal val="0"/>
                                          </p:val>
                                        </p:tav>
                                        <p:tav tm="100000">
                                          <p:val>
                                            <p:strVal val="#ppt_h"/>
                                          </p:val>
                                        </p:tav>
                                      </p:tavLst>
                                    </p:anim>
                                  </p:childTnLst>
                                </p:cTn>
                              </p:par>
                              <p:par>
                                <p:cTn id="25" presetID="23" presetClass="entr" presetSubtype="16" fill="hold" nodeType="withEffect">
                                  <p:stCondLst>
                                    <p:cond delay="500"/>
                                  </p:stCondLst>
                                  <p:childTnLst>
                                    <p:set>
                                      <p:cBhvr>
                                        <p:cTn id="26" dur="1" fill="hold">
                                          <p:stCondLst>
                                            <p:cond delay="0"/>
                                          </p:stCondLst>
                                        </p:cTn>
                                        <p:tgtEl>
                                          <p:spTgt spid="1048605"/>
                                        </p:tgtEl>
                                        <p:attrNameLst>
                                          <p:attrName>style.visibility</p:attrName>
                                        </p:attrNameLst>
                                      </p:cBhvr>
                                      <p:to>
                                        <p:strVal val="visible"/>
                                      </p:to>
                                    </p:set>
                                    <p:anim calcmode="lin" valueType="num">
                                      <p:cBhvr additive="base">
                                        <p:cTn id="27" dur="250"/>
                                        <p:tgtEl>
                                          <p:spTgt spid="1048605"/>
                                        </p:tgtEl>
                                        <p:attrNameLst>
                                          <p:attrName>ppt_w</p:attrName>
                                        </p:attrNameLst>
                                      </p:cBhvr>
                                      <p:tavLst>
                                        <p:tav tm="0">
                                          <p:val>
                                            <p:strVal val="0"/>
                                          </p:val>
                                        </p:tav>
                                        <p:tav tm="100000">
                                          <p:val>
                                            <p:strVal val="#ppt_w"/>
                                          </p:val>
                                        </p:tav>
                                      </p:tavLst>
                                    </p:anim>
                                    <p:anim calcmode="lin" valueType="num">
                                      <p:cBhvr additive="base">
                                        <p:cTn id="28" dur="250"/>
                                        <p:tgtEl>
                                          <p:spTgt spid="1048605"/>
                                        </p:tgtEl>
                                        <p:attrNameLst>
                                          <p:attrName>ppt_h</p:attrName>
                                        </p:attrNameLst>
                                      </p:cBhvr>
                                      <p:tavLst>
                                        <p:tav tm="0">
                                          <p:val>
                                            <p:strVal val="0"/>
                                          </p:val>
                                        </p:tav>
                                        <p:tav tm="100000">
                                          <p:val>
                                            <p:strVal val="#ppt_h"/>
                                          </p:val>
                                        </p:tav>
                                      </p:tavLst>
                                    </p:anim>
                                  </p:childTnLst>
                                </p:cTn>
                              </p:par>
                              <p:par>
                                <p:cTn id="29" presetID="10" presetClass="entr" presetSubtype="0" fill="hold" nodeType="withEffect">
                                  <p:stCondLst>
                                    <p:cond delay="500"/>
                                  </p:stCondLst>
                                  <p:childTnLst>
                                    <p:set>
                                      <p:cBhvr>
                                        <p:cTn id="30" dur="1" fill="hold">
                                          <p:stCondLst>
                                            <p:cond delay="0"/>
                                          </p:stCondLst>
                                        </p:cTn>
                                        <p:tgtEl>
                                          <p:spTgt spid="1048606"/>
                                        </p:tgtEl>
                                        <p:attrNameLst>
                                          <p:attrName>style.visibility</p:attrName>
                                        </p:attrNameLst>
                                      </p:cBhvr>
                                      <p:to>
                                        <p:strVal val="visible"/>
                                      </p:to>
                                    </p:set>
                                    <p:animEffect transition="in" filter="fade">
                                      <p:cBhvr>
                                        <p:cTn id="31" dur="500"/>
                                        <p:tgtEl>
                                          <p:spTgt spid="1048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1048584" name="Google Shape;747;p39"/>
          <p:cNvSpPr txBox="1"/>
          <p:nvPr/>
        </p:nvSpPr>
        <p:spPr>
          <a:xfrm>
            <a:off x="1791774" y="689025"/>
            <a:ext cx="4602480" cy="638912"/>
          </a:xfrm>
          <a:prstGeom prst="rect">
            <a:avLst/>
          </a:prstGeom>
          <a:noFill/>
          <a:ln>
            <a:noFill/>
          </a:ln>
        </p:spPr>
        <p:txBody>
          <a:bodyPr spcFirstLastPara="1" wrap="square" lIns="68575" tIns="34275" rIns="68575" bIns="34275" anchor="t" anchorCtr="0">
            <a:noAutofit/>
          </a:bodyPr>
          <a:lstStyle/>
          <a:p>
            <a:pPr marL="0" marR="0" lvl="0" indent="0" algn="just" rtl="0">
              <a:spcBef>
                <a:spcPts val="0"/>
              </a:spcBef>
              <a:spcAft>
                <a:spcPts val="0"/>
              </a:spcAft>
              <a:buNone/>
            </a:pPr>
            <a:endParaRPr sz="2800" dirty="0">
              <a:solidFill>
                <a:srgbClr val="002060"/>
              </a:solidFill>
              <a:latin typeface="Century Gothic"/>
              <a:ea typeface="Century Gothic"/>
              <a:cs typeface="Century Gothic"/>
              <a:sym typeface="Century Gothic"/>
            </a:endParaRPr>
          </a:p>
        </p:txBody>
      </p:sp>
      <p:sp>
        <p:nvSpPr>
          <p:cNvPr id="1048585" name="Google Shape;748;p39"/>
          <p:cNvSpPr/>
          <p:nvPr/>
        </p:nvSpPr>
        <p:spPr>
          <a:xfrm rot="10800000" flipH="1">
            <a:off x="1681823" y="3034101"/>
            <a:ext cx="311624" cy="311624"/>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586" name="Google Shape;749;p39"/>
          <p:cNvSpPr/>
          <p:nvPr/>
        </p:nvSpPr>
        <p:spPr>
          <a:xfrm rot="10800000" flipH="1">
            <a:off x="7944520" y="4415168"/>
            <a:ext cx="641417" cy="641417"/>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587" name="Google Shape;750;p39"/>
          <p:cNvSpPr/>
          <p:nvPr/>
        </p:nvSpPr>
        <p:spPr>
          <a:xfrm rot="10800000" flipH="1">
            <a:off x="777309" y="-452250"/>
            <a:ext cx="1070042" cy="1070042"/>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sp>
        <p:nvSpPr>
          <p:cNvPr id="1048588" name="Google Shape;751;p39"/>
          <p:cNvSpPr txBox="1"/>
          <p:nvPr/>
        </p:nvSpPr>
        <p:spPr>
          <a:xfrm>
            <a:off x="833889" y="1901192"/>
            <a:ext cx="7050210" cy="1005026"/>
          </a:xfrm>
          <a:prstGeom prst="rect">
            <a:avLst/>
          </a:prstGeom>
          <a:noFill/>
          <a:ln>
            <a:noFill/>
          </a:ln>
        </p:spPr>
        <p:txBody>
          <a:bodyPr spcFirstLastPara="1" wrap="square" lIns="68575" tIns="34275" rIns="68575" bIns="34275" anchor="t" anchorCtr="0">
            <a:noAutofit/>
          </a:bodyPr>
          <a:lstStyle/>
          <a:p>
            <a:pPr lvl="0" algn="ctr"/>
            <a:r>
              <a:rPr lang="fr-FR" sz="3600" dirty="0">
                <a:solidFill>
                  <a:srgbClr val="002060"/>
                </a:solidFill>
                <a:latin typeface="Century Gothic"/>
                <a:ea typeface="Century Gothic"/>
                <a:cs typeface="Century Gothic"/>
                <a:sym typeface="Century Gothic"/>
              </a:rPr>
              <a:t>Merci beaucoup pour votre  aimable attention  </a:t>
            </a:r>
          </a:p>
        </p:txBody>
      </p:sp>
      <p:sp>
        <p:nvSpPr>
          <p:cNvPr id="1048589" name="Google Shape;752;p39"/>
          <p:cNvSpPr/>
          <p:nvPr/>
        </p:nvSpPr>
        <p:spPr>
          <a:xfrm rot="10800000" flipH="1">
            <a:off x="5304928" y="4188080"/>
            <a:ext cx="227088" cy="227088"/>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nvGrpSpPr>
          <p:cNvPr id="29" name="Google Shape;754;p39"/>
          <p:cNvGrpSpPr/>
          <p:nvPr/>
        </p:nvGrpSpPr>
        <p:grpSpPr>
          <a:xfrm>
            <a:off x="-949778" y="3057525"/>
            <a:ext cx="3124200" cy="3124200"/>
            <a:chOff x="-1266371" y="4076700"/>
            <a:chExt cx="4165600" cy="4165600"/>
          </a:xfrm>
        </p:grpSpPr>
        <p:sp>
          <p:nvSpPr>
            <p:cNvPr id="1048590" name="Google Shape;755;p39"/>
            <p:cNvSpPr/>
            <p:nvPr/>
          </p:nvSpPr>
          <p:spPr>
            <a:xfrm>
              <a:off x="-1025071" y="4318000"/>
              <a:ext cx="3683000" cy="3683000"/>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grpSp>
          <p:nvGrpSpPr>
            <p:cNvPr id="30" name="Google Shape;756;p39"/>
            <p:cNvGrpSpPr/>
            <p:nvPr/>
          </p:nvGrpSpPr>
          <p:grpSpPr>
            <a:xfrm>
              <a:off x="-1266371" y="4076700"/>
              <a:ext cx="4165600" cy="4165600"/>
              <a:chOff x="-1266371" y="4076700"/>
              <a:chExt cx="4165600" cy="4165600"/>
            </a:xfrm>
          </p:grpSpPr>
          <p:sp>
            <p:nvSpPr>
              <p:cNvPr id="1048591" name="Google Shape;757;p39"/>
              <p:cNvSpPr/>
              <p:nvPr/>
            </p:nvSpPr>
            <p:spPr>
              <a:xfrm>
                <a:off x="2697616" y="5348316"/>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1048592" name="Google Shape;758;p39"/>
              <p:cNvSpPr/>
              <p:nvPr/>
            </p:nvSpPr>
            <p:spPr>
              <a:xfrm>
                <a:off x="-1266371" y="4076700"/>
                <a:ext cx="4165600" cy="4165600"/>
              </a:xfrm>
              <a:prstGeom prst="ellipse">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1048593" name="Google Shape;759;p39"/>
              <p:cNvSpPr/>
              <p:nvPr/>
            </p:nvSpPr>
            <p:spPr>
              <a:xfrm>
                <a:off x="-920228" y="7346082"/>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grpSp>
      <p:grpSp>
        <p:nvGrpSpPr>
          <p:cNvPr id="31" name="Google Shape;760;p39"/>
          <p:cNvGrpSpPr/>
          <p:nvPr/>
        </p:nvGrpSpPr>
        <p:grpSpPr>
          <a:xfrm>
            <a:off x="6843032" y="-1530568"/>
            <a:ext cx="4097111" cy="4162338"/>
            <a:chOff x="9124043" y="-2040757"/>
            <a:chExt cx="5462814" cy="5549784"/>
          </a:xfrm>
        </p:grpSpPr>
        <p:sp>
          <p:nvSpPr>
            <p:cNvPr id="1048594" name="Google Shape;761;p39"/>
            <p:cNvSpPr/>
            <p:nvPr/>
          </p:nvSpPr>
          <p:spPr>
            <a:xfrm>
              <a:off x="9471164" y="-1684282"/>
              <a:ext cx="4768572" cy="4768572"/>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grpSp>
          <p:nvGrpSpPr>
            <p:cNvPr id="32" name="Google Shape;762;p39"/>
            <p:cNvGrpSpPr/>
            <p:nvPr/>
          </p:nvGrpSpPr>
          <p:grpSpPr>
            <a:xfrm>
              <a:off x="9124043" y="-2040757"/>
              <a:ext cx="5462814" cy="5549784"/>
              <a:chOff x="9124043" y="-2040757"/>
              <a:chExt cx="5462814" cy="5549784"/>
            </a:xfrm>
          </p:grpSpPr>
          <p:sp>
            <p:nvSpPr>
              <p:cNvPr id="1048595" name="Google Shape;763;p39"/>
              <p:cNvSpPr/>
              <p:nvPr/>
            </p:nvSpPr>
            <p:spPr>
              <a:xfrm>
                <a:off x="11447915" y="3347102"/>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1048596" name="Google Shape;764;p39"/>
              <p:cNvSpPr/>
              <p:nvPr/>
            </p:nvSpPr>
            <p:spPr>
              <a:xfrm>
                <a:off x="9124043" y="-2040757"/>
                <a:ext cx="5462814" cy="5462814"/>
              </a:xfrm>
              <a:prstGeom prst="ellipse">
                <a:avLst/>
              </a:prstGeom>
              <a:no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sp>
            <p:nvSpPr>
              <p:cNvPr id="1048597" name="Google Shape;765;p39"/>
              <p:cNvSpPr/>
              <p:nvPr/>
            </p:nvSpPr>
            <p:spPr>
              <a:xfrm>
                <a:off x="12552815" y="-2009573"/>
                <a:ext cx="161925" cy="161925"/>
              </a:xfrm>
              <a:prstGeom prst="ellipse">
                <a:avLst/>
              </a:prstGeom>
              <a:solidFill>
                <a:srgbClr val="002060"/>
              </a:solidFill>
              <a:ln>
                <a:solidFill>
                  <a:srgbClr val="00206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grpSp>
      </p:grpSp>
      <p:grpSp>
        <p:nvGrpSpPr>
          <p:cNvPr id="33" name="Google Shape;766;p39"/>
          <p:cNvGrpSpPr/>
          <p:nvPr/>
        </p:nvGrpSpPr>
        <p:grpSpPr>
          <a:xfrm>
            <a:off x="2083934" y="1302553"/>
            <a:ext cx="4896365" cy="34289"/>
            <a:chOff x="5029200" y="2769580"/>
            <a:chExt cx="6528487" cy="45719"/>
          </a:xfrm>
        </p:grpSpPr>
        <p:sp>
          <p:nvSpPr>
            <p:cNvPr id="1048598" name="Google Shape;767;p39"/>
            <p:cNvSpPr/>
            <p:nvPr/>
          </p:nvSpPr>
          <p:spPr>
            <a:xfrm>
              <a:off x="5029200" y="2769580"/>
              <a:ext cx="723900" cy="45719"/>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entury Gothic"/>
                <a:ea typeface="Century Gothic"/>
                <a:cs typeface="Century Gothic"/>
                <a:sym typeface="Century Gothic"/>
              </a:endParaRPr>
            </a:p>
          </p:txBody>
        </p:sp>
        <p:cxnSp>
          <p:nvCxnSpPr>
            <p:cNvPr id="3145728" name="Google Shape;768;p39"/>
            <p:cNvCxnSpPr>
              <a:cxnSpLocks/>
            </p:cNvCxnSpPr>
            <p:nvPr/>
          </p:nvCxnSpPr>
          <p:spPr>
            <a:xfrm>
              <a:off x="5711825" y="2792439"/>
              <a:ext cx="5845862" cy="0"/>
            </a:xfrm>
            <a:prstGeom prst="straightConnector1">
              <a:avLst/>
            </a:prstGeom>
            <a:noFill/>
            <a:ln w="9525" cap="flat" cmpd="sng">
              <a:solidFill>
                <a:srgbClr val="002060"/>
              </a:solidFill>
              <a:prstDash val="solid"/>
              <a:miter lim="800000"/>
              <a:headEnd type="none" w="sm" len="sm"/>
              <a:tailEnd type="none" w="sm" len="sm"/>
            </a:ln>
          </p:spPr>
        </p:cxnSp>
      </p:grpSp>
      <p:sp>
        <p:nvSpPr>
          <p:cNvPr id="1048599" name="Google Shape;769;p39"/>
          <p:cNvSpPr/>
          <p:nvPr/>
        </p:nvSpPr>
        <p:spPr>
          <a:xfrm rot="10800000" flipH="1">
            <a:off x="6460565" y="991066"/>
            <a:ext cx="122126" cy="122126"/>
          </a:xfrm>
          <a:prstGeom prst="ellipse">
            <a:avLst/>
          </a:prstGeom>
          <a:solidFill>
            <a:srgbClr val="00206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entury Gothic"/>
              <a:ea typeface="Century Gothic"/>
              <a:cs typeface="Century Gothic"/>
              <a:sym typeface="Century Gothic"/>
            </a:endParaRPr>
          </a:p>
        </p:txBody>
      </p:sp>
      <p:pic>
        <p:nvPicPr>
          <p:cNvPr id="2097152" name="Image 2"/>
          <p:cNvPicPr>
            <a:picLocks noChangeAspect="1"/>
          </p:cNvPicPr>
          <p:nvPr/>
        </p:nvPicPr>
        <p:blipFill>
          <a:blip r:embed="rId3"/>
          <a:stretch>
            <a:fillRect/>
          </a:stretch>
        </p:blipFill>
        <p:spPr>
          <a:xfrm>
            <a:off x="6579216" y="2429478"/>
            <a:ext cx="841620" cy="60462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4000" fill="hold"/>
                                        <p:tgtEl>
                                          <p:spTgt spid="29"/>
                                        </p:tgtEl>
                                        <p:attrNameLst>
                                          <p:attrName>r</p:attrName>
                                        </p:attrNameLst>
                                      </p:cBhvr>
                                    </p:animRot>
                                  </p:childTnLst>
                                </p:cTn>
                              </p:par>
                              <p:par>
                                <p:cTn id="7" presetID="8" presetClass="emph" presetSubtype="0" fill="hold" nodeType="withEffect">
                                  <p:stCondLst>
                                    <p:cond delay="0"/>
                                  </p:stCondLst>
                                  <p:childTnLst>
                                    <p:animRot by="-21600000">
                                      <p:cBhvr>
                                        <p:cTn id="8" dur="4000" fill="hold"/>
                                        <p:tgtEl>
                                          <p:spTgt spid="31"/>
                                        </p:tgtEl>
                                        <p:attrNameLst>
                                          <p:attrName>r</p:attrName>
                                        </p:attrNameLst>
                                      </p:cBhvr>
                                    </p:animRot>
                                  </p:childTnLst>
                                </p:cTn>
                              </p:par>
                              <p:par>
                                <p:cTn id="9" presetID="23" presetClass="entr" presetSubtype="16" fill="hold" nodeType="withEffect">
                                  <p:stCondLst>
                                    <p:cond delay="0"/>
                                  </p:stCondLst>
                                  <p:childTnLst>
                                    <p:set>
                                      <p:cBhvr>
                                        <p:cTn id="10" dur="1" fill="hold">
                                          <p:stCondLst>
                                            <p:cond delay="0"/>
                                          </p:stCondLst>
                                        </p:cTn>
                                        <p:tgtEl>
                                          <p:spTgt spid="1048585"/>
                                        </p:tgtEl>
                                        <p:attrNameLst>
                                          <p:attrName>style.visibility</p:attrName>
                                        </p:attrNameLst>
                                      </p:cBhvr>
                                      <p:to>
                                        <p:strVal val="visible"/>
                                      </p:to>
                                    </p:set>
                                    <p:anim calcmode="lin" valueType="num">
                                      <p:cBhvr additive="base">
                                        <p:cTn id="11" dur="250"/>
                                        <p:tgtEl>
                                          <p:spTgt spid="1048585"/>
                                        </p:tgtEl>
                                        <p:attrNameLst>
                                          <p:attrName>ppt_w</p:attrName>
                                        </p:attrNameLst>
                                      </p:cBhvr>
                                      <p:tavLst>
                                        <p:tav tm="0">
                                          <p:val>
                                            <p:strVal val="0"/>
                                          </p:val>
                                        </p:tav>
                                        <p:tav tm="100000">
                                          <p:val>
                                            <p:strVal val="#ppt_w"/>
                                          </p:val>
                                        </p:tav>
                                      </p:tavLst>
                                    </p:anim>
                                    <p:anim calcmode="lin" valueType="num">
                                      <p:cBhvr additive="base">
                                        <p:cTn id="12" dur="250"/>
                                        <p:tgtEl>
                                          <p:spTgt spid="1048585"/>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250"/>
                                  </p:stCondLst>
                                  <p:childTnLst>
                                    <p:set>
                                      <p:cBhvr>
                                        <p:cTn id="14" dur="1" fill="hold">
                                          <p:stCondLst>
                                            <p:cond delay="0"/>
                                          </p:stCondLst>
                                        </p:cTn>
                                        <p:tgtEl>
                                          <p:spTgt spid="1048589"/>
                                        </p:tgtEl>
                                        <p:attrNameLst>
                                          <p:attrName>style.visibility</p:attrName>
                                        </p:attrNameLst>
                                      </p:cBhvr>
                                      <p:to>
                                        <p:strVal val="visible"/>
                                      </p:to>
                                    </p:set>
                                    <p:anim calcmode="lin" valueType="num">
                                      <p:cBhvr additive="base">
                                        <p:cTn id="15" dur="250"/>
                                        <p:tgtEl>
                                          <p:spTgt spid="1048589"/>
                                        </p:tgtEl>
                                        <p:attrNameLst>
                                          <p:attrName>ppt_w</p:attrName>
                                        </p:attrNameLst>
                                      </p:cBhvr>
                                      <p:tavLst>
                                        <p:tav tm="0">
                                          <p:val>
                                            <p:strVal val="0"/>
                                          </p:val>
                                        </p:tav>
                                        <p:tav tm="100000">
                                          <p:val>
                                            <p:strVal val="#ppt_w"/>
                                          </p:val>
                                        </p:tav>
                                      </p:tavLst>
                                    </p:anim>
                                    <p:anim calcmode="lin" valueType="num">
                                      <p:cBhvr additive="base">
                                        <p:cTn id="16" dur="250"/>
                                        <p:tgtEl>
                                          <p:spTgt spid="1048589"/>
                                        </p:tgtEl>
                                        <p:attrNameLst>
                                          <p:attrName>ppt_h</p:attrName>
                                        </p:attrNameLst>
                                      </p:cBhvr>
                                      <p:tavLst>
                                        <p:tav tm="0">
                                          <p:val>
                                            <p:strVal val="0"/>
                                          </p:val>
                                        </p:tav>
                                        <p:tav tm="100000">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1048599"/>
                                        </p:tgtEl>
                                        <p:attrNameLst>
                                          <p:attrName>style.visibility</p:attrName>
                                        </p:attrNameLst>
                                      </p:cBhvr>
                                      <p:to>
                                        <p:strVal val="visible"/>
                                      </p:to>
                                    </p:set>
                                    <p:anim calcmode="lin" valueType="num">
                                      <p:cBhvr additive="base">
                                        <p:cTn id="19" dur="250"/>
                                        <p:tgtEl>
                                          <p:spTgt spid="1048599"/>
                                        </p:tgtEl>
                                        <p:attrNameLst>
                                          <p:attrName>ppt_w</p:attrName>
                                        </p:attrNameLst>
                                      </p:cBhvr>
                                      <p:tavLst>
                                        <p:tav tm="0">
                                          <p:val>
                                            <p:strVal val="0"/>
                                          </p:val>
                                        </p:tav>
                                        <p:tav tm="100000">
                                          <p:val>
                                            <p:strVal val="#ppt_w"/>
                                          </p:val>
                                        </p:tav>
                                      </p:tavLst>
                                    </p:anim>
                                    <p:anim calcmode="lin" valueType="num">
                                      <p:cBhvr additive="base">
                                        <p:cTn id="20" dur="250"/>
                                        <p:tgtEl>
                                          <p:spTgt spid="1048599"/>
                                        </p:tgtEl>
                                        <p:attrNameLst>
                                          <p:attrName>ppt_h</p:attrName>
                                        </p:attrNameLst>
                                      </p:cBhvr>
                                      <p:tavLst>
                                        <p:tav tm="0">
                                          <p:val>
                                            <p:strVal val="0"/>
                                          </p:val>
                                        </p:tav>
                                        <p:tav tm="100000">
                                          <p:val>
                                            <p:strVal val="#ppt_h"/>
                                          </p:val>
                                        </p:tav>
                                      </p:tavLst>
                                    </p:anim>
                                  </p:childTnLst>
                                </p:cTn>
                              </p:par>
                              <p:par>
                                <p:cTn id="21" presetID="23" presetClass="entr" presetSubtype="16" fill="hold" nodeType="withEffect">
                                  <p:stCondLst>
                                    <p:cond delay="500"/>
                                  </p:stCondLst>
                                  <p:childTnLst>
                                    <p:set>
                                      <p:cBhvr>
                                        <p:cTn id="22" dur="1" fill="hold">
                                          <p:stCondLst>
                                            <p:cond delay="0"/>
                                          </p:stCondLst>
                                        </p:cTn>
                                        <p:tgtEl>
                                          <p:spTgt spid="1048586"/>
                                        </p:tgtEl>
                                        <p:attrNameLst>
                                          <p:attrName>style.visibility</p:attrName>
                                        </p:attrNameLst>
                                      </p:cBhvr>
                                      <p:to>
                                        <p:strVal val="visible"/>
                                      </p:to>
                                    </p:set>
                                    <p:anim calcmode="lin" valueType="num">
                                      <p:cBhvr additive="base">
                                        <p:cTn id="23" dur="250"/>
                                        <p:tgtEl>
                                          <p:spTgt spid="1048586"/>
                                        </p:tgtEl>
                                        <p:attrNameLst>
                                          <p:attrName>ppt_w</p:attrName>
                                        </p:attrNameLst>
                                      </p:cBhvr>
                                      <p:tavLst>
                                        <p:tav tm="0">
                                          <p:val>
                                            <p:strVal val="0"/>
                                          </p:val>
                                        </p:tav>
                                        <p:tav tm="100000">
                                          <p:val>
                                            <p:strVal val="#ppt_w"/>
                                          </p:val>
                                        </p:tav>
                                      </p:tavLst>
                                    </p:anim>
                                    <p:anim calcmode="lin" valueType="num">
                                      <p:cBhvr additive="base">
                                        <p:cTn id="24" dur="250"/>
                                        <p:tgtEl>
                                          <p:spTgt spid="1048586"/>
                                        </p:tgtEl>
                                        <p:attrNameLst>
                                          <p:attrName>ppt_h</p:attrName>
                                        </p:attrNameLst>
                                      </p:cBhvr>
                                      <p:tavLst>
                                        <p:tav tm="0">
                                          <p:val>
                                            <p:strVal val="0"/>
                                          </p:val>
                                        </p:tav>
                                        <p:tav tm="100000">
                                          <p:val>
                                            <p:strVal val="#ppt_h"/>
                                          </p:val>
                                        </p:tav>
                                      </p:tavLst>
                                    </p:anim>
                                  </p:childTnLst>
                                </p:cTn>
                              </p:par>
                              <p:par>
                                <p:cTn id="25" presetID="23" presetClass="entr" presetSubtype="16" fill="hold" nodeType="withEffect">
                                  <p:stCondLst>
                                    <p:cond delay="500"/>
                                  </p:stCondLst>
                                  <p:childTnLst>
                                    <p:set>
                                      <p:cBhvr>
                                        <p:cTn id="26" dur="1" fill="hold">
                                          <p:stCondLst>
                                            <p:cond delay="0"/>
                                          </p:stCondLst>
                                        </p:cTn>
                                        <p:tgtEl>
                                          <p:spTgt spid="1048587"/>
                                        </p:tgtEl>
                                        <p:attrNameLst>
                                          <p:attrName>style.visibility</p:attrName>
                                        </p:attrNameLst>
                                      </p:cBhvr>
                                      <p:to>
                                        <p:strVal val="visible"/>
                                      </p:to>
                                    </p:set>
                                    <p:anim calcmode="lin" valueType="num">
                                      <p:cBhvr additive="base">
                                        <p:cTn id="27" dur="250"/>
                                        <p:tgtEl>
                                          <p:spTgt spid="1048587"/>
                                        </p:tgtEl>
                                        <p:attrNameLst>
                                          <p:attrName>ppt_w</p:attrName>
                                        </p:attrNameLst>
                                      </p:cBhvr>
                                      <p:tavLst>
                                        <p:tav tm="0">
                                          <p:val>
                                            <p:strVal val="0"/>
                                          </p:val>
                                        </p:tav>
                                        <p:tav tm="100000">
                                          <p:val>
                                            <p:strVal val="#ppt_w"/>
                                          </p:val>
                                        </p:tav>
                                      </p:tavLst>
                                    </p:anim>
                                    <p:anim calcmode="lin" valueType="num">
                                      <p:cBhvr additive="base">
                                        <p:cTn id="28" dur="250"/>
                                        <p:tgtEl>
                                          <p:spTgt spid="1048587"/>
                                        </p:tgtEl>
                                        <p:attrNameLst>
                                          <p:attrName>ppt_h</p:attrName>
                                        </p:attrNameLst>
                                      </p:cBhvr>
                                      <p:tavLst>
                                        <p:tav tm="0">
                                          <p:val>
                                            <p:strVal val="0"/>
                                          </p:val>
                                        </p:tav>
                                        <p:tav tm="100000">
                                          <p:val>
                                            <p:strVal val="#ppt_h"/>
                                          </p:val>
                                        </p:tav>
                                      </p:tavLst>
                                    </p:anim>
                                  </p:childTnLst>
                                </p:cTn>
                              </p:par>
                              <p:par>
                                <p:cTn id="29" presetID="10" presetClass="entr" presetSubtype="0" fill="hold" nodeType="withEffect">
                                  <p:stCondLst>
                                    <p:cond delay="500"/>
                                  </p:stCondLst>
                                  <p:childTnLst>
                                    <p:set>
                                      <p:cBhvr>
                                        <p:cTn id="30" dur="1" fill="hold">
                                          <p:stCondLst>
                                            <p:cond delay="0"/>
                                          </p:stCondLst>
                                        </p:cTn>
                                        <p:tgtEl>
                                          <p:spTgt spid="1048584"/>
                                        </p:tgtEl>
                                        <p:attrNameLst>
                                          <p:attrName>style.visibility</p:attrName>
                                        </p:attrNameLst>
                                      </p:cBhvr>
                                      <p:to>
                                        <p:strVal val="visible"/>
                                      </p:to>
                                    </p:set>
                                    <p:animEffect transition="in" filter="fade">
                                      <p:cBhvr>
                                        <p:cTn id="31" dur="500"/>
                                        <p:tgtEl>
                                          <p:spTgt spid="1048584"/>
                                        </p:tgtEl>
                                      </p:cBhvr>
                                    </p:animEffect>
                                  </p:childTnLst>
                                </p:cTn>
                              </p:par>
                              <p:par>
                                <p:cTn id="32" presetID="10" presetClass="entr" presetSubtype="0" fill="hold" nodeType="withEffect">
                                  <p:stCondLst>
                                    <p:cond delay="500"/>
                                  </p:stCondLst>
                                  <p:childTnLst>
                                    <p:set>
                                      <p:cBhvr>
                                        <p:cTn id="33" dur="1" fill="hold">
                                          <p:stCondLst>
                                            <p:cond delay="0"/>
                                          </p:stCondLst>
                                        </p:cTn>
                                        <p:tgtEl>
                                          <p:spTgt spid="1048588"/>
                                        </p:tgtEl>
                                        <p:attrNameLst>
                                          <p:attrName>style.visibility</p:attrName>
                                        </p:attrNameLst>
                                      </p:cBhvr>
                                      <p:to>
                                        <p:strVal val="visible"/>
                                      </p:to>
                                    </p:set>
                                    <p:animEffect transition="in" filter="fade">
                                      <p:cBhvr>
                                        <p:cTn id="34" dur="500"/>
                                        <p:tgtEl>
                                          <p:spTgt spid="1048588"/>
                                        </p:tgtEl>
                                      </p:cBhvr>
                                    </p:animEffect>
                                  </p:childTnLst>
                                </p:cTn>
                              </p:par>
                              <p:par>
                                <p:cTn id="35" presetID="10" presetClass="entr" presetSubtype="0" fill="hold" nodeType="withEffect">
                                  <p:stCondLst>
                                    <p:cond delay="50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500"/>
                                        <p:tgtEl>
                                          <p:spTgt spid="33"/>
                                        </p:tgtEl>
                                      </p:cBhvr>
                                    </p:animEffect>
                                  </p:childTnLst>
                                </p:cTn>
                              </p:par>
                              <p:par>
                                <p:cTn id="38" presetID="26" presetClass="entr" presetSubtype="0" fill="hold" grpId="0" nodeType="withEffect">
                                  <p:stCondLst>
                                    <p:cond delay="500"/>
                                  </p:stCondLst>
                                  <p:childTnLst>
                                    <p:set>
                                      <p:cBhvr>
                                        <p:cTn id="39" dur="1" fill="hold">
                                          <p:stCondLst>
                                            <p:cond delay="0"/>
                                          </p:stCondLst>
                                        </p:cTn>
                                        <p:tgtEl>
                                          <p:spTgt spid="1048588">
                                            <p:txEl>
                                              <p:pRg st="0" end="0"/>
                                            </p:txEl>
                                          </p:spTgt>
                                        </p:tgtEl>
                                        <p:attrNameLst>
                                          <p:attrName>style.visibility</p:attrName>
                                        </p:attrNameLst>
                                      </p:cBhvr>
                                      <p:to>
                                        <p:strVal val="visible"/>
                                      </p:to>
                                    </p:set>
                                    <p:animEffect transition="in" filter="wipe(down)">
                                      <p:cBhvr>
                                        <p:cTn id="40" dur="580">
                                          <p:stCondLst>
                                            <p:cond delay="0"/>
                                          </p:stCondLst>
                                        </p:cTn>
                                        <p:tgtEl>
                                          <p:spTgt spid="1048588">
                                            <p:txEl>
                                              <p:pRg st="0" end="0"/>
                                            </p:txEl>
                                          </p:spTgt>
                                        </p:tgtEl>
                                      </p:cBhvr>
                                    </p:animEffect>
                                    <p:anim calcmode="lin" valueType="num">
                                      <p:cBhvr>
                                        <p:cTn id="41" dur="1822" tmFilter="0,0; 0.14,0.36; 0.43,0.73; 0.71,0.91; 1.0,1.0">
                                          <p:stCondLst>
                                            <p:cond delay="0"/>
                                          </p:stCondLst>
                                        </p:cTn>
                                        <p:tgtEl>
                                          <p:spTgt spid="1048588">
                                            <p:txEl>
                                              <p:pRg st="0" end="0"/>
                                            </p:txEl>
                                          </p:spTgt>
                                        </p:tgtEl>
                                        <p:attrNameLst>
                                          <p:attrName>ppt_x</p:attrName>
                                        </p:attrNameLst>
                                      </p:cBhvr>
                                      <p:tavLst>
                                        <p:tav tm="0">
                                          <p:val>
                                            <p:strVal val="#ppt_x-0.25"/>
                                          </p:val>
                                        </p:tav>
                                        <p:tav tm="100000">
                                          <p:val>
                                            <p:strVal val="#ppt_x"/>
                                          </p:val>
                                        </p:tav>
                                      </p:tavLst>
                                    </p:anim>
                                    <p:anim calcmode="lin" valueType="num">
                                      <p:cBhvr>
                                        <p:cTn id="42" dur="664" tmFilter="0.0,0.0; 0.25,0.07; 0.50,0.2; 0.75,0.467; 1.0,1.0">
                                          <p:stCondLst>
                                            <p:cond delay="0"/>
                                          </p:stCondLst>
                                        </p:cTn>
                                        <p:tgtEl>
                                          <p:spTgt spid="1048588">
                                            <p:txEl>
                                              <p:pRg st="0" end="0"/>
                                            </p:txEl>
                                          </p:spTgt>
                                        </p:tgtEl>
                                        <p:attrNameLst>
                                          <p:attrName>ppt_y</p:attrName>
                                        </p:attrNameLst>
                                      </p:cBhvr>
                                      <p:tavLst>
                                        <p:tav tm="0" fmla="#ppt_y-sin(pi*$)/3">
                                          <p:val>
                                            <p:fltVal val="0.5"/>
                                          </p:val>
                                        </p:tav>
                                        <p:tav tm="100000">
                                          <p:val>
                                            <p:fltVal val="1"/>
                                          </p:val>
                                        </p:tav>
                                      </p:tavLst>
                                    </p:anim>
                                    <p:anim calcmode="lin" valueType="num">
                                      <p:cBhvr>
                                        <p:cTn id="43" dur="664" tmFilter="0, 0; 0.125,0.2665; 0.25,0.4; 0.375,0.465; 0.5,0.5;  0.625,0.535; 0.75,0.6; 0.875,0.7335; 1,1">
                                          <p:stCondLst>
                                            <p:cond delay="664"/>
                                          </p:stCondLst>
                                        </p:cTn>
                                        <p:tgtEl>
                                          <p:spTgt spid="1048588">
                                            <p:txEl>
                                              <p:pRg st="0" end="0"/>
                                            </p:txEl>
                                          </p:spTgt>
                                        </p:tgtEl>
                                        <p:attrNameLst>
                                          <p:attrName>ppt_y</p:attrName>
                                        </p:attrNameLst>
                                      </p:cBhvr>
                                      <p:tavLst>
                                        <p:tav tm="0" fmla="#ppt_y-sin(pi*$)/9">
                                          <p:val>
                                            <p:fltVal val="0"/>
                                          </p:val>
                                        </p:tav>
                                        <p:tav tm="100000">
                                          <p:val>
                                            <p:fltVal val="1"/>
                                          </p:val>
                                        </p:tav>
                                      </p:tavLst>
                                    </p:anim>
                                    <p:anim calcmode="lin" valueType="num">
                                      <p:cBhvr>
                                        <p:cTn id="44" dur="332" tmFilter="0, 0; 0.125,0.2665; 0.25,0.4; 0.375,0.465; 0.5,0.5;  0.625,0.535; 0.75,0.6; 0.875,0.7335; 1,1">
                                          <p:stCondLst>
                                            <p:cond delay="1324"/>
                                          </p:stCondLst>
                                        </p:cTn>
                                        <p:tgtEl>
                                          <p:spTgt spid="1048588">
                                            <p:txEl>
                                              <p:pRg st="0" end="0"/>
                                            </p:txEl>
                                          </p:spTgt>
                                        </p:tgtEl>
                                        <p:attrNameLst>
                                          <p:attrName>ppt_y</p:attrName>
                                        </p:attrNameLst>
                                      </p:cBhvr>
                                      <p:tavLst>
                                        <p:tav tm="0" fmla="#ppt_y-sin(pi*$)/27">
                                          <p:val>
                                            <p:fltVal val="0"/>
                                          </p:val>
                                        </p:tav>
                                        <p:tav tm="100000">
                                          <p:val>
                                            <p:fltVal val="1"/>
                                          </p:val>
                                        </p:tav>
                                      </p:tavLst>
                                    </p:anim>
                                    <p:anim calcmode="lin" valueType="num">
                                      <p:cBhvr>
                                        <p:cTn id="45" dur="164" tmFilter="0, 0; 0.125,0.2665; 0.25,0.4; 0.375,0.465; 0.5,0.5;  0.625,0.535; 0.75,0.6; 0.875,0.7335; 1,1">
                                          <p:stCondLst>
                                            <p:cond delay="1656"/>
                                          </p:stCondLst>
                                        </p:cTn>
                                        <p:tgtEl>
                                          <p:spTgt spid="1048588">
                                            <p:txEl>
                                              <p:pRg st="0" end="0"/>
                                            </p:txEl>
                                          </p:spTgt>
                                        </p:tgtEl>
                                        <p:attrNameLst>
                                          <p:attrName>ppt_y</p:attrName>
                                        </p:attrNameLst>
                                      </p:cBhvr>
                                      <p:tavLst>
                                        <p:tav tm="0" fmla="#ppt_y-sin(pi*$)/81">
                                          <p:val>
                                            <p:fltVal val="0"/>
                                          </p:val>
                                        </p:tav>
                                        <p:tav tm="100000">
                                          <p:val>
                                            <p:fltVal val="1"/>
                                          </p:val>
                                        </p:tav>
                                      </p:tavLst>
                                    </p:anim>
                                    <p:animScale>
                                      <p:cBhvr>
                                        <p:cTn id="46" dur="26">
                                          <p:stCondLst>
                                            <p:cond delay="650"/>
                                          </p:stCondLst>
                                        </p:cTn>
                                        <p:tgtEl>
                                          <p:spTgt spid="1048588">
                                            <p:txEl>
                                              <p:pRg st="0" end="0"/>
                                            </p:txEl>
                                          </p:spTgt>
                                        </p:tgtEl>
                                      </p:cBhvr>
                                      <p:to x="100000" y="60000"/>
                                    </p:animScale>
                                    <p:animScale>
                                      <p:cBhvr>
                                        <p:cTn id="47" dur="166" decel="50000">
                                          <p:stCondLst>
                                            <p:cond delay="676"/>
                                          </p:stCondLst>
                                        </p:cTn>
                                        <p:tgtEl>
                                          <p:spTgt spid="1048588">
                                            <p:txEl>
                                              <p:pRg st="0" end="0"/>
                                            </p:txEl>
                                          </p:spTgt>
                                        </p:tgtEl>
                                      </p:cBhvr>
                                      <p:to x="100000" y="100000"/>
                                    </p:animScale>
                                    <p:animScale>
                                      <p:cBhvr>
                                        <p:cTn id="48" dur="26">
                                          <p:stCondLst>
                                            <p:cond delay="1312"/>
                                          </p:stCondLst>
                                        </p:cTn>
                                        <p:tgtEl>
                                          <p:spTgt spid="1048588">
                                            <p:txEl>
                                              <p:pRg st="0" end="0"/>
                                            </p:txEl>
                                          </p:spTgt>
                                        </p:tgtEl>
                                      </p:cBhvr>
                                      <p:to x="100000" y="80000"/>
                                    </p:animScale>
                                    <p:animScale>
                                      <p:cBhvr>
                                        <p:cTn id="49" dur="166" decel="50000">
                                          <p:stCondLst>
                                            <p:cond delay="1338"/>
                                          </p:stCondLst>
                                        </p:cTn>
                                        <p:tgtEl>
                                          <p:spTgt spid="1048588">
                                            <p:txEl>
                                              <p:pRg st="0" end="0"/>
                                            </p:txEl>
                                          </p:spTgt>
                                        </p:tgtEl>
                                      </p:cBhvr>
                                      <p:to x="100000" y="100000"/>
                                    </p:animScale>
                                    <p:animScale>
                                      <p:cBhvr>
                                        <p:cTn id="50" dur="26">
                                          <p:stCondLst>
                                            <p:cond delay="1642"/>
                                          </p:stCondLst>
                                        </p:cTn>
                                        <p:tgtEl>
                                          <p:spTgt spid="1048588">
                                            <p:txEl>
                                              <p:pRg st="0" end="0"/>
                                            </p:txEl>
                                          </p:spTgt>
                                        </p:tgtEl>
                                      </p:cBhvr>
                                      <p:to x="100000" y="90000"/>
                                    </p:animScale>
                                    <p:animScale>
                                      <p:cBhvr>
                                        <p:cTn id="51" dur="166" decel="50000">
                                          <p:stCondLst>
                                            <p:cond delay="1668"/>
                                          </p:stCondLst>
                                        </p:cTn>
                                        <p:tgtEl>
                                          <p:spTgt spid="1048588">
                                            <p:txEl>
                                              <p:pRg st="0" end="0"/>
                                            </p:txEl>
                                          </p:spTgt>
                                        </p:tgtEl>
                                      </p:cBhvr>
                                      <p:to x="100000" y="100000"/>
                                    </p:animScale>
                                    <p:animScale>
                                      <p:cBhvr>
                                        <p:cTn id="52" dur="26">
                                          <p:stCondLst>
                                            <p:cond delay="1808"/>
                                          </p:stCondLst>
                                        </p:cTn>
                                        <p:tgtEl>
                                          <p:spTgt spid="1048588">
                                            <p:txEl>
                                              <p:pRg st="0" end="0"/>
                                            </p:txEl>
                                          </p:spTgt>
                                        </p:tgtEl>
                                      </p:cBhvr>
                                      <p:to x="100000" y="95000"/>
                                    </p:animScale>
                                    <p:animScale>
                                      <p:cBhvr>
                                        <p:cTn id="53" dur="166" decel="50000">
                                          <p:stCondLst>
                                            <p:cond delay="1834"/>
                                          </p:stCondLst>
                                        </p:cTn>
                                        <p:tgtEl>
                                          <p:spTgt spid="1048588">
                                            <p:txEl>
                                              <p:pRg st="0" end="0"/>
                                            </p:txEl>
                                          </p:spTgt>
                                        </p:tgtEl>
                                      </p:cBhvr>
                                      <p:to x="100000" y="100000"/>
                                    </p:animScale>
                                  </p:childTnLst>
                                </p:cTn>
                              </p:par>
                              <p:par>
                                <p:cTn id="54" presetID="26" presetClass="entr" presetSubtype="0" fill="hold" nodeType="withEffect">
                                  <p:stCondLst>
                                    <p:cond delay="0"/>
                                  </p:stCondLst>
                                  <p:childTnLst>
                                    <p:set>
                                      <p:cBhvr>
                                        <p:cTn id="55" dur="1" fill="hold">
                                          <p:stCondLst>
                                            <p:cond delay="0"/>
                                          </p:stCondLst>
                                        </p:cTn>
                                        <p:tgtEl>
                                          <p:spTgt spid="2097152"/>
                                        </p:tgtEl>
                                        <p:attrNameLst>
                                          <p:attrName>style.visibility</p:attrName>
                                        </p:attrNameLst>
                                      </p:cBhvr>
                                      <p:to>
                                        <p:strVal val="visible"/>
                                      </p:to>
                                    </p:set>
                                    <p:animEffect transition="in" filter="wipe(down)">
                                      <p:cBhvr>
                                        <p:cTn id="56" dur="580">
                                          <p:stCondLst>
                                            <p:cond delay="0"/>
                                          </p:stCondLst>
                                        </p:cTn>
                                        <p:tgtEl>
                                          <p:spTgt spid="2097152"/>
                                        </p:tgtEl>
                                      </p:cBhvr>
                                    </p:animEffect>
                                    <p:anim calcmode="lin" valueType="num">
                                      <p:cBhvr>
                                        <p:cTn id="57" dur="1822" tmFilter="0,0; 0.14,0.36; 0.43,0.73; 0.71,0.91; 1.0,1.0">
                                          <p:stCondLst>
                                            <p:cond delay="0"/>
                                          </p:stCondLst>
                                        </p:cTn>
                                        <p:tgtEl>
                                          <p:spTgt spid="2097152"/>
                                        </p:tgtEl>
                                        <p:attrNameLst>
                                          <p:attrName>ppt_x</p:attrName>
                                        </p:attrNameLst>
                                      </p:cBhvr>
                                      <p:tavLst>
                                        <p:tav tm="0">
                                          <p:val>
                                            <p:strVal val="#ppt_x-0.25"/>
                                          </p:val>
                                        </p:tav>
                                        <p:tav tm="100000">
                                          <p:val>
                                            <p:strVal val="#ppt_x"/>
                                          </p:val>
                                        </p:tav>
                                      </p:tavLst>
                                    </p:anim>
                                    <p:anim calcmode="lin" valueType="num">
                                      <p:cBhvr>
                                        <p:cTn id="58" dur="664" tmFilter="0.0,0.0; 0.25,0.07; 0.50,0.2; 0.75,0.467; 1.0,1.0">
                                          <p:stCondLst>
                                            <p:cond delay="0"/>
                                          </p:stCondLst>
                                        </p:cTn>
                                        <p:tgtEl>
                                          <p:spTgt spid="2097152"/>
                                        </p:tgtEl>
                                        <p:attrNameLst>
                                          <p:attrName>ppt_y</p:attrName>
                                        </p:attrNameLst>
                                      </p:cBhvr>
                                      <p:tavLst>
                                        <p:tav tm="0" fmla="#ppt_y-sin(pi*$)/3">
                                          <p:val>
                                            <p:fltVal val="0.5"/>
                                          </p:val>
                                        </p:tav>
                                        <p:tav tm="100000">
                                          <p:val>
                                            <p:fltVal val="1"/>
                                          </p:val>
                                        </p:tav>
                                      </p:tavLst>
                                    </p:anim>
                                    <p:anim calcmode="lin" valueType="num">
                                      <p:cBhvr>
                                        <p:cTn id="59" dur="664" tmFilter="0, 0; 0.125,0.2665; 0.25,0.4; 0.375,0.465; 0.5,0.5;  0.625,0.535; 0.75,0.6; 0.875,0.7335; 1,1">
                                          <p:stCondLst>
                                            <p:cond delay="664"/>
                                          </p:stCondLst>
                                        </p:cTn>
                                        <p:tgtEl>
                                          <p:spTgt spid="2097152"/>
                                        </p:tgtEl>
                                        <p:attrNameLst>
                                          <p:attrName>ppt_y</p:attrName>
                                        </p:attrNameLst>
                                      </p:cBhvr>
                                      <p:tavLst>
                                        <p:tav tm="0" fmla="#ppt_y-sin(pi*$)/9">
                                          <p:val>
                                            <p:fltVal val="0"/>
                                          </p:val>
                                        </p:tav>
                                        <p:tav tm="100000">
                                          <p:val>
                                            <p:fltVal val="1"/>
                                          </p:val>
                                        </p:tav>
                                      </p:tavLst>
                                    </p:anim>
                                    <p:anim calcmode="lin" valueType="num">
                                      <p:cBhvr>
                                        <p:cTn id="60" dur="332" tmFilter="0, 0; 0.125,0.2665; 0.25,0.4; 0.375,0.465; 0.5,0.5;  0.625,0.535; 0.75,0.6; 0.875,0.7335; 1,1">
                                          <p:stCondLst>
                                            <p:cond delay="1324"/>
                                          </p:stCondLst>
                                        </p:cTn>
                                        <p:tgtEl>
                                          <p:spTgt spid="2097152"/>
                                        </p:tgtEl>
                                        <p:attrNameLst>
                                          <p:attrName>ppt_y</p:attrName>
                                        </p:attrNameLst>
                                      </p:cBhvr>
                                      <p:tavLst>
                                        <p:tav tm="0" fmla="#ppt_y-sin(pi*$)/27">
                                          <p:val>
                                            <p:fltVal val="0"/>
                                          </p:val>
                                        </p:tav>
                                        <p:tav tm="100000">
                                          <p:val>
                                            <p:fltVal val="1"/>
                                          </p:val>
                                        </p:tav>
                                      </p:tavLst>
                                    </p:anim>
                                    <p:anim calcmode="lin" valueType="num">
                                      <p:cBhvr>
                                        <p:cTn id="61" dur="164" tmFilter="0, 0; 0.125,0.2665; 0.25,0.4; 0.375,0.465; 0.5,0.5;  0.625,0.535; 0.75,0.6; 0.875,0.7335; 1,1">
                                          <p:stCondLst>
                                            <p:cond delay="1656"/>
                                          </p:stCondLst>
                                        </p:cTn>
                                        <p:tgtEl>
                                          <p:spTgt spid="2097152"/>
                                        </p:tgtEl>
                                        <p:attrNameLst>
                                          <p:attrName>ppt_y</p:attrName>
                                        </p:attrNameLst>
                                      </p:cBhvr>
                                      <p:tavLst>
                                        <p:tav tm="0" fmla="#ppt_y-sin(pi*$)/81">
                                          <p:val>
                                            <p:fltVal val="0"/>
                                          </p:val>
                                        </p:tav>
                                        <p:tav tm="100000">
                                          <p:val>
                                            <p:fltVal val="1"/>
                                          </p:val>
                                        </p:tav>
                                      </p:tavLst>
                                    </p:anim>
                                    <p:animScale>
                                      <p:cBhvr>
                                        <p:cTn id="62" dur="26">
                                          <p:stCondLst>
                                            <p:cond delay="650"/>
                                          </p:stCondLst>
                                        </p:cTn>
                                        <p:tgtEl>
                                          <p:spTgt spid="2097152"/>
                                        </p:tgtEl>
                                      </p:cBhvr>
                                      <p:to x="100000" y="60000"/>
                                    </p:animScale>
                                    <p:animScale>
                                      <p:cBhvr>
                                        <p:cTn id="63" dur="166" decel="50000">
                                          <p:stCondLst>
                                            <p:cond delay="676"/>
                                          </p:stCondLst>
                                        </p:cTn>
                                        <p:tgtEl>
                                          <p:spTgt spid="2097152"/>
                                        </p:tgtEl>
                                      </p:cBhvr>
                                      <p:to x="100000" y="100000"/>
                                    </p:animScale>
                                    <p:animScale>
                                      <p:cBhvr>
                                        <p:cTn id="64" dur="26">
                                          <p:stCondLst>
                                            <p:cond delay="1312"/>
                                          </p:stCondLst>
                                        </p:cTn>
                                        <p:tgtEl>
                                          <p:spTgt spid="2097152"/>
                                        </p:tgtEl>
                                      </p:cBhvr>
                                      <p:to x="100000" y="80000"/>
                                    </p:animScale>
                                    <p:animScale>
                                      <p:cBhvr>
                                        <p:cTn id="65" dur="166" decel="50000">
                                          <p:stCondLst>
                                            <p:cond delay="1338"/>
                                          </p:stCondLst>
                                        </p:cTn>
                                        <p:tgtEl>
                                          <p:spTgt spid="2097152"/>
                                        </p:tgtEl>
                                      </p:cBhvr>
                                      <p:to x="100000" y="100000"/>
                                    </p:animScale>
                                    <p:animScale>
                                      <p:cBhvr>
                                        <p:cTn id="66" dur="26">
                                          <p:stCondLst>
                                            <p:cond delay="1642"/>
                                          </p:stCondLst>
                                        </p:cTn>
                                        <p:tgtEl>
                                          <p:spTgt spid="2097152"/>
                                        </p:tgtEl>
                                      </p:cBhvr>
                                      <p:to x="100000" y="90000"/>
                                    </p:animScale>
                                    <p:animScale>
                                      <p:cBhvr>
                                        <p:cTn id="67" dur="166" decel="50000">
                                          <p:stCondLst>
                                            <p:cond delay="1668"/>
                                          </p:stCondLst>
                                        </p:cTn>
                                        <p:tgtEl>
                                          <p:spTgt spid="2097152"/>
                                        </p:tgtEl>
                                      </p:cBhvr>
                                      <p:to x="100000" y="100000"/>
                                    </p:animScale>
                                    <p:animScale>
                                      <p:cBhvr>
                                        <p:cTn id="68" dur="26">
                                          <p:stCondLst>
                                            <p:cond delay="1808"/>
                                          </p:stCondLst>
                                        </p:cTn>
                                        <p:tgtEl>
                                          <p:spTgt spid="2097152"/>
                                        </p:tgtEl>
                                      </p:cBhvr>
                                      <p:to x="100000" y="95000"/>
                                    </p:animScale>
                                    <p:animScale>
                                      <p:cBhvr>
                                        <p:cTn id="69" dur="166" decel="50000">
                                          <p:stCondLst>
                                            <p:cond delay="1834"/>
                                          </p:stCondLst>
                                        </p:cTn>
                                        <p:tgtEl>
                                          <p:spTgt spid="209715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588" grpId="0" build="allAtOnce"/>
    </p:bldLst>
  </p:timing>
</p:sld>
</file>

<file path=ppt/theme/theme1.xml><?xml version="1.0" encoding="utf-8"?>
<a:theme xmlns:a="http://schemas.openxmlformats.org/drawingml/2006/main" name="Red White Presentation Template，GoogleSlides.org">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248</TotalTime>
  <Words>922</Words>
  <Application>Microsoft Office PowerPoint</Application>
  <PresentationFormat>Affichage à l'écran (16:9)</PresentationFormat>
  <Paragraphs>118</Paragraphs>
  <Slides>12</Slides>
  <Notes>12</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12</vt:i4>
      </vt:variant>
    </vt:vector>
  </HeadingPairs>
  <TitlesOfParts>
    <vt:vector size="19" baseType="lpstr">
      <vt:lpstr>Arial</vt:lpstr>
      <vt:lpstr>Broadway</vt:lpstr>
      <vt:lpstr>Calibri</vt:lpstr>
      <vt:lpstr>Century Gothic</vt:lpstr>
      <vt:lpstr>Times New Roman</vt:lpstr>
      <vt:lpstr>Wingdings</vt:lpstr>
      <vt:lpstr>Red White Presentation Template，GoogleSlides.org</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GERALD</dc:creator>
  <cp:lastModifiedBy>nec</cp:lastModifiedBy>
  <cp:revision>13</cp:revision>
  <dcterms:created xsi:type="dcterms:W3CDTF">2025-10-09T04:12:00Z</dcterms:created>
  <dcterms:modified xsi:type="dcterms:W3CDTF">2025-10-13T11:35:11Z</dcterms:modified>
</cp:coreProperties>
</file>